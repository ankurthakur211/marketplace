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F502E-D750-458A-B2A7-9015A86FB47B}" type="doc">
      <dgm:prSet loTypeId="urn:microsoft.com/office/officeart/2005/8/layout/hProcess4" loCatId="process" qsTypeId="urn:microsoft.com/office/officeart/2005/8/quickstyle/3d1" qsCatId="3D" csTypeId="urn:microsoft.com/office/officeart/2005/8/colors/accent3_1" csCatId="accent3" phldr="1"/>
      <dgm:spPr/>
      <dgm:t>
        <a:bodyPr/>
        <a:lstStyle/>
        <a:p>
          <a:endParaRPr lang="en-US"/>
        </a:p>
      </dgm:t>
    </dgm:pt>
    <dgm:pt modelId="{91B3AB94-29D7-438B-902A-85CE5695D0B2}">
      <dgm:prSet phldrT="[Text]" custT="1"/>
      <dgm:spPr/>
      <dgm:t>
        <a:bodyPr/>
        <a:lstStyle/>
        <a:p>
          <a:r>
            <a:rPr lang="en-US" sz="1000" b="1" u="sng" dirty="0"/>
            <a:t>Customer</a:t>
          </a:r>
          <a:r>
            <a:rPr lang="en-US" sz="1000" dirty="0"/>
            <a:t> </a:t>
          </a:r>
        </a:p>
      </dgm:t>
    </dgm:pt>
    <dgm:pt modelId="{EC809687-FB97-44B9-AE8A-322D278FF32B}" type="parTrans" cxnId="{525CAA86-0F42-4607-9F04-781ADD105966}">
      <dgm:prSet/>
      <dgm:spPr/>
      <dgm:t>
        <a:bodyPr/>
        <a:lstStyle/>
        <a:p>
          <a:endParaRPr lang="en-US"/>
        </a:p>
      </dgm:t>
    </dgm:pt>
    <dgm:pt modelId="{7171AC41-9301-4C7D-8282-6BD447374FDD}" type="sibTrans" cxnId="{525CAA86-0F42-4607-9F04-781ADD105966}">
      <dgm:prSet/>
      <dgm:spPr/>
      <dgm:t>
        <a:bodyPr/>
        <a:lstStyle/>
        <a:p>
          <a:endParaRPr lang="en-US"/>
        </a:p>
      </dgm:t>
    </dgm:pt>
    <dgm:pt modelId="{5A28E785-8B2A-46B4-8636-D156F8745D11}">
      <dgm:prSet phldrT="[Text]" custT="1"/>
      <dgm:spPr/>
      <dgm:t>
        <a:bodyPr/>
        <a:lstStyle/>
        <a:p>
          <a:r>
            <a:rPr lang="en-US" sz="1000" b="1" u="sng" dirty="0"/>
            <a:t>Consumer</a:t>
          </a:r>
          <a:r>
            <a:rPr lang="en-US" sz="900" b="1" u="sng" dirty="0"/>
            <a:t> (Subsidiary)</a:t>
          </a:r>
        </a:p>
      </dgm:t>
    </dgm:pt>
    <dgm:pt modelId="{C6F58689-2A05-4D57-975B-B53D6B5BFD83}" type="parTrans" cxnId="{57094225-F526-4087-9B5D-8D084302C98C}">
      <dgm:prSet/>
      <dgm:spPr/>
      <dgm:t>
        <a:bodyPr/>
        <a:lstStyle/>
        <a:p>
          <a:endParaRPr lang="en-US"/>
        </a:p>
      </dgm:t>
    </dgm:pt>
    <dgm:pt modelId="{5DC45B49-BECC-40B1-A08B-53672A9A159C}" type="sibTrans" cxnId="{57094225-F526-4087-9B5D-8D084302C98C}">
      <dgm:prSet/>
      <dgm:spPr/>
      <dgm:t>
        <a:bodyPr/>
        <a:lstStyle/>
        <a:p>
          <a:endParaRPr lang="en-US"/>
        </a:p>
      </dgm:t>
    </dgm:pt>
    <dgm:pt modelId="{CCF61D8F-C971-416D-BA13-C54B6C74B82E}">
      <dgm:prSet phldrT="[Text]" custT="1"/>
      <dgm:spPr/>
      <dgm:t>
        <a:bodyPr/>
        <a:lstStyle/>
        <a:p>
          <a:r>
            <a:rPr lang="en-US" sz="1200" b="0" i="0" dirty="0"/>
            <a:t>Offer the Motor service to their customers through subsidiary digital channels with a</a:t>
          </a:r>
          <a:endParaRPr lang="en-US" sz="1200" dirty="0"/>
        </a:p>
      </dgm:t>
    </dgm:pt>
    <dgm:pt modelId="{40D5308D-E62B-40C4-9628-A29C8166261B}" type="parTrans" cxnId="{EC52BE45-64CC-4B0F-922A-02C849F9AE3F}">
      <dgm:prSet/>
      <dgm:spPr/>
      <dgm:t>
        <a:bodyPr/>
        <a:lstStyle/>
        <a:p>
          <a:endParaRPr lang="en-US"/>
        </a:p>
      </dgm:t>
    </dgm:pt>
    <dgm:pt modelId="{30A3B1D7-E43A-45AC-8D77-86F231D647AA}" type="sibTrans" cxnId="{EC52BE45-64CC-4B0F-922A-02C849F9AE3F}">
      <dgm:prSet/>
      <dgm:spPr/>
      <dgm:t>
        <a:bodyPr/>
        <a:lstStyle/>
        <a:p>
          <a:endParaRPr lang="en-US"/>
        </a:p>
      </dgm:t>
    </dgm:pt>
    <dgm:pt modelId="{F08E5857-47BA-41DA-AE6D-EC33C0A9BBC9}">
      <dgm:prSet phldrT="[Text]" custT="1"/>
      <dgm:spPr/>
      <dgm:t>
        <a:bodyPr/>
        <a:lstStyle/>
        <a:p>
          <a:r>
            <a:rPr lang="en-US" sz="1000" b="1"/>
            <a:t>Marketplace</a:t>
          </a:r>
        </a:p>
      </dgm:t>
    </dgm:pt>
    <dgm:pt modelId="{CA61B92A-194C-45FB-B4DE-75598A18B8E4}" type="parTrans" cxnId="{504FE1BB-2C22-4014-81DF-B131DC81A24A}">
      <dgm:prSet/>
      <dgm:spPr/>
      <dgm:t>
        <a:bodyPr/>
        <a:lstStyle/>
        <a:p>
          <a:endParaRPr lang="en-US"/>
        </a:p>
      </dgm:t>
    </dgm:pt>
    <dgm:pt modelId="{884615C8-31B7-4203-9F6B-E6F32F1AE107}" type="sibTrans" cxnId="{504FE1BB-2C22-4014-81DF-B131DC81A24A}">
      <dgm:prSet/>
      <dgm:spPr/>
      <dgm:t>
        <a:bodyPr/>
        <a:lstStyle/>
        <a:p>
          <a:endParaRPr lang="en-US"/>
        </a:p>
      </dgm:t>
    </dgm:pt>
    <dgm:pt modelId="{8A51CE54-35F8-4EF7-9614-7395A08A8C96}">
      <dgm:prSet phldrT="[Text]" custT="1"/>
      <dgm:spPr/>
      <dgm:t>
        <a:bodyPr/>
        <a:lstStyle/>
        <a:p>
          <a:r>
            <a:rPr lang="en-US" sz="1200"/>
            <a:t>Orchastrate, Utilize &amp; Avail the required functionalities.</a:t>
          </a:r>
        </a:p>
      </dgm:t>
    </dgm:pt>
    <dgm:pt modelId="{96B73FFB-29D3-4D38-958A-CB2FD64235AB}" type="parTrans" cxnId="{B10AC960-A46C-4E05-89C8-1A0846E0D537}">
      <dgm:prSet/>
      <dgm:spPr/>
      <dgm:t>
        <a:bodyPr/>
        <a:lstStyle/>
        <a:p>
          <a:endParaRPr lang="en-US"/>
        </a:p>
      </dgm:t>
    </dgm:pt>
    <dgm:pt modelId="{D504C5FF-60BF-48DB-8E12-F10F08609248}" type="sibTrans" cxnId="{B10AC960-A46C-4E05-89C8-1A0846E0D537}">
      <dgm:prSet/>
      <dgm:spPr/>
      <dgm:t>
        <a:bodyPr/>
        <a:lstStyle/>
        <a:p>
          <a:endParaRPr lang="en-US"/>
        </a:p>
      </dgm:t>
    </dgm:pt>
    <dgm:pt modelId="{41CFCD2D-2F27-4F8C-A70B-C2D451611563}">
      <dgm:prSet phldrT="[Text]" custT="1"/>
      <dgm:spPr/>
      <dgm:t>
        <a:bodyPr/>
        <a:lstStyle/>
        <a:p>
          <a:r>
            <a:rPr lang="en-US" sz="1100" b="1" dirty="0"/>
            <a:t>Provider</a:t>
          </a:r>
          <a:r>
            <a:rPr lang="en-US" sz="1100" dirty="0"/>
            <a:t>(</a:t>
          </a:r>
          <a:r>
            <a:rPr lang="en-US" sz="1100" dirty="0">
              <a:effectLst/>
              <a:latin typeface="+mn-lt"/>
              <a:ea typeface="Calibri" panose="020F0502020204030204" pitchFamily="34" charset="0"/>
            </a:rPr>
            <a:t>Al Rajhi Takaful</a:t>
          </a:r>
          <a:r>
            <a:rPr lang="en-US" sz="1100" dirty="0"/>
            <a:t>)</a:t>
          </a:r>
        </a:p>
      </dgm:t>
    </dgm:pt>
    <dgm:pt modelId="{500AE81A-3B3D-41ED-AFD8-202A5169AAE0}" type="parTrans" cxnId="{7E90A5E5-9620-4E2C-AE0F-7A42E24736BD}">
      <dgm:prSet/>
      <dgm:spPr/>
      <dgm:t>
        <a:bodyPr/>
        <a:lstStyle/>
        <a:p>
          <a:endParaRPr lang="en-US"/>
        </a:p>
      </dgm:t>
    </dgm:pt>
    <dgm:pt modelId="{A990B11A-EB5F-42EF-B70F-81476C508038}" type="sibTrans" cxnId="{7E90A5E5-9620-4E2C-AE0F-7A42E24736BD}">
      <dgm:prSet/>
      <dgm:spPr/>
      <dgm:t>
        <a:bodyPr/>
        <a:lstStyle/>
        <a:p>
          <a:endParaRPr lang="en-US"/>
        </a:p>
      </dgm:t>
    </dgm:pt>
    <dgm:pt modelId="{4B89136B-5FED-4A5C-8416-F231D9C23FD3}">
      <dgm:prSet phldrT="[Text]" custT="1"/>
      <dgm:spPr/>
      <dgm:t>
        <a:bodyPr/>
        <a:lstStyle/>
        <a:p>
          <a:r>
            <a:rPr lang="en-US" sz="1200" b="0" i="0" dirty="0"/>
            <a:t>The owner of the Motor APIS and provider for its functionalities.</a:t>
          </a:r>
          <a:endParaRPr lang="en-US" sz="1200" dirty="0"/>
        </a:p>
      </dgm:t>
    </dgm:pt>
    <dgm:pt modelId="{F5F3F3F1-42EB-41AF-977E-19E4686EC314}" type="parTrans" cxnId="{6113A9D2-E4B3-4030-A7EF-2C59931A8946}">
      <dgm:prSet/>
      <dgm:spPr/>
      <dgm:t>
        <a:bodyPr/>
        <a:lstStyle/>
        <a:p>
          <a:endParaRPr lang="en-US"/>
        </a:p>
      </dgm:t>
    </dgm:pt>
    <dgm:pt modelId="{2BE3528A-EDDE-4BF3-BEE8-AB27C2B0D95E}" type="sibTrans" cxnId="{6113A9D2-E4B3-4030-A7EF-2C59931A8946}">
      <dgm:prSet/>
      <dgm:spPr/>
      <dgm:t>
        <a:bodyPr/>
        <a:lstStyle/>
        <a:p>
          <a:endParaRPr lang="en-US"/>
        </a:p>
      </dgm:t>
    </dgm:pt>
    <dgm:pt modelId="{1B4BE725-539F-4E79-B529-9118F9AC78F6}">
      <dgm:prSet phldrT="[Text]" custT="1"/>
      <dgm:spPr/>
      <dgm:t>
        <a:bodyPr/>
        <a:lstStyle/>
        <a:p>
          <a:endParaRPr lang="en-US" sz="1200" dirty="0"/>
        </a:p>
      </dgm:t>
    </dgm:pt>
    <dgm:pt modelId="{9DFD5E21-8AEC-45F7-8B2F-7281BA354F1E}" type="sibTrans" cxnId="{29EDE4AF-0375-48B7-8BBC-8C060EDF5E40}">
      <dgm:prSet/>
      <dgm:spPr/>
      <dgm:t>
        <a:bodyPr/>
        <a:lstStyle/>
        <a:p>
          <a:endParaRPr lang="en-US"/>
        </a:p>
      </dgm:t>
    </dgm:pt>
    <dgm:pt modelId="{F59E62C0-48D6-4204-B7F5-A5E1966AB0B4}" type="parTrans" cxnId="{29EDE4AF-0375-48B7-8BBC-8C060EDF5E40}">
      <dgm:prSet/>
      <dgm:spPr/>
      <dgm:t>
        <a:bodyPr/>
        <a:lstStyle/>
        <a:p>
          <a:endParaRPr lang="en-US"/>
        </a:p>
      </dgm:t>
    </dgm:pt>
    <dgm:pt modelId="{50419FBE-2EB9-47B9-916D-F5DBA7A4EAF7}">
      <dgm:prSet phldrT="[Text]" custT="1"/>
      <dgm:spPr/>
      <dgm:t>
        <a:bodyPr/>
        <a:lstStyle/>
        <a:p>
          <a:r>
            <a:rPr lang="en-US" sz="1200" dirty="0"/>
            <a:t>Provide car and drivers Info</a:t>
          </a:r>
        </a:p>
      </dgm:t>
    </dgm:pt>
    <dgm:pt modelId="{105014C0-AFD8-492F-B82A-74C9C32915E8}" type="sibTrans" cxnId="{EA0CA282-C91F-4888-881D-7285D8E11740}">
      <dgm:prSet/>
      <dgm:spPr/>
      <dgm:t>
        <a:bodyPr/>
        <a:lstStyle/>
        <a:p>
          <a:endParaRPr lang="en-US"/>
        </a:p>
      </dgm:t>
    </dgm:pt>
    <dgm:pt modelId="{E7C90309-A2EB-4650-8761-D672994767C5}" type="parTrans" cxnId="{EA0CA282-C91F-4888-881D-7285D8E11740}">
      <dgm:prSet/>
      <dgm:spPr/>
      <dgm:t>
        <a:bodyPr/>
        <a:lstStyle/>
        <a:p>
          <a:endParaRPr lang="en-US"/>
        </a:p>
      </dgm:t>
    </dgm:pt>
    <dgm:pt modelId="{F78A8B50-9E85-4F21-B27A-B299090ED89E}">
      <dgm:prSet phldrT="[Text]" custT="1"/>
      <dgm:spPr/>
      <dgm:t>
        <a:bodyPr/>
        <a:lstStyle/>
        <a:p>
          <a:r>
            <a:rPr lang="en-US" sz="1200" dirty="0"/>
            <a:t>Select product and Add-Ons</a:t>
          </a:r>
        </a:p>
      </dgm:t>
    </dgm:pt>
    <dgm:pt modelId="{F2E2FABE-5372-4E0D-B685-491DD067446E}" type="parTrans" cxnId="{E0C497D9-B58A-4954-9474-4D381E6AD774}">
      <dgm:prSet/>
      <dgm:spPr/>
      <dgm:t>
        <a:bodyPr/>
        <a:lstStyle/>
        <a:p>
          <a:endParaRPr lang="en-US"/>
        </a:p>
      </dgm:t>
    </dgm:pt>
    <dgm:pt modelId="{2D739B0F-A773-46E5-8571-7EDCD6E512FB}" type="sibTrans" cxnId="{E0C497D9-B58A-4954-9474-4D381E6AD774}">
      <dgm:prSet/>
      <dgm:spPr/>
      <dgm:t>
        <a:bodyPr/>
        <a:lstStyle/>
        <a:p>
          <a:endParaRPr lang="en-US"/>
        </a:p>
      </dgm:t>
    </dgm:pt>
    <dgm:pt modelId="{8940C82C-12DD-44D8-AF1A-9A028400F666}" type="pres">
      <dgm:prSet presAssocID="{C04F502E-D750-458A-B2A7-9015A86FB47B}" presName="Name0" presStyleCnt="0">
        <dgm:presLayoutVars>
          <dgm:dir/>
          <dgm:animLvl val="lvl"/>
          <dgm:resizeHandles val="exact"/>
        </dgm:presLayoutVars>
      </dgm:prSet>
      <dgm:spPr/>
    </dgm:pt>
    <dgm:pt modelId="{D6D9E472-EE4B-4C3F-9B5E-024318F39038}" type="pres">
      <dgm:prSet presAssocID="{C04F502E-D750-458A-B2A7-9015A86FB47B}" presName="tSp" presStyleCnt="0"/>
      <dgm:spPr/>
    </dgm:pt>
    <dgm:pt modelId="{2780B11A-9889-4F3A-AC7E-449FE2E22728}" type="pres">
      <dgm:prSet presAssocID="{C04F502E-D750-458A-B2A7-9015A86FB47B}" presName="bSp" presStyleCnt="0"/>
      <dgm:spPr/>
    </dgm:pt>
    <dgm:pt modelId="{7949FA9A-888E-44EC-8489-DDF420B183BB}" type="pres">
      <dgm:prSet presAssocID="{C04F502E-D750-458A-B2A7-9015A86FB47B}" presName="process" presStyleCnt="0"/>
      <dgm:spPr/>
    </dgm:pt>
    <dgm:pt modelId="{575DCEAB-4826-4AB8-A232-0A5B140A29ED}" type="pres">
      <dgm:prSet presAssocID="{91B3AB94-29D7-438B-902A-85CE5695D0B2}" presName="composite1" presStyleCnt="0"/>
      <dgm:spPr/>
    </dgm:pt>
    <dgm:pt modelId="{0861CBBE-6999-48B1-9E0F-09B3220FB5AD}" type="pres">
      <dgm:prSet presAssocID="{91B3AB94-29D7-438B-902A-85CE5695D0B2}" presName="dummyNode1" presStyleLbl="node1" presStyleIdx="0" presStyleCnt="4"/>
      <dgm:spPr/>
    </dgm:pt>
    <dgm:pt modelId="{5EC5E5AA-76E4-4870-B812-97331B11348D}" type="pres">
      <dgm:prSet presAssocID="{91B3AB94-29D7-438B-902A-85CE5695D0B2}" presName="childNode1" presStyleLbl="bgAcc1" presStyleIdx="0" presStyleCnt="4">
        <dgm:presLayoutVars>
          <dgm:bulletEnabled val="1"/>
        </dgm:presLayoutVars>
      </dgm:prSet>
      <dgm:spPr/>
    </dgm:pt>
    <dgm:pt modelId="{ACD12B8C-E2EC-4850-A4A4-76A3614E7447}" type="pres">
      <dgm:prSet presAssocID="{91B3AB94-29D7-438B-902A-85CE5695D0B2}" presName="childNode1tx" presStyleLbl="bgAcc1" presStyleIdx="0" presStyleCnt="4">
        <dgm:presLayoutVars>
          <dgm:bulletEnabled val="1"/>
        </dgm:presLayoutVars>
      </dgm:prSet>
      <dgm:spPr/>
    </dgm:pt>
    <dgm:pt modelId="{6390D4CA-DAC8-4F4C-BD03-974BCAFEEEBA}" type="pres">
      <dgm:prSet presAssocID="{91B3AB94-29D7-438B-902A-85CE5695D0B2}" presName="parentNode1" presStyleLbl="node1" presStyleIdx="0" presStyleCnt="4">
        <dgm:presLayoutVars>
          <dgm:chMax val="1"/>
          <dgm:bulletEnabled val="1"/>
        </dgm:presLayoutVars>
      </dgm:prSet>
      <dgm:spPr/>
    </dgm:pt>
    <dgm:pt modelId="{69AB1F01-1B06-49F6-AD9D-D7FC706FDE9B}" type="pres">
      <dgm:prSet presAssocID="{91B3AB94-29D7-438B-902A-85CE5695D0B2}" presName="connSite1" presStyleCnt="0"/>
      <dgm:spPr/>
    </dgm:pt>
    <dgm:pt modelId="{E892383F-9657-4C46-9709-3231B896AE97}" type="pres">
      <dgm:prSet presAssocID="{7171AC41-9301-4C7D-8282-6BD447374FDD}" presName="Name9" presStyleLbl="sibTrans2D1" presStyleIdx="0" presStyleCnt="3"/>
      <dgm:spPr/>
    </dgm:pt>
    <dgm:pt modelId="{6EDD76A4-EB85-42E2-A3BD-E5DA439C6DA3}" type="pres">
      <dgm:prSet presAssocID="{5A28E785-8B2A-46B4-8636-D156F8745D11}" presName="composite2" presStyleCnt="0"/>
      <dgm:spPr/>
    </dgm:pt>
    <dgm:pt modelId="{7194EF2A-D2D0-4BDA-AFD8-469D5A9C7179}" type="pres">
      <dgm:prSet presAssocID="{5A28E785-8B2A-46B4-8636-D156F8745D11}" presName="dummyNode2" presStyleLbl="node1" presStyleIdx="0" presStyleCnt="4"/>
      <dgm:spPr/>
    </dgm:pt>
    <dgm:pt modelId="{308AED2D-A581-4F30-878A-733730F43929}" type="pres">
      <dgm:prSet presAssocID="{5A28E785-8B2A-46B4-8636-D156F8745D11}" presName="childNode2" presStyleLbl="bgAcc1" presStyleIdx="1" presStyleCnt="4">
        <dgm:presLayoutVars>
          <dgm:bulletEnabled val="1"/>
        </dgm:presLayoutVars>
      </dgm:prSet>
      <dgm:spPr/>
    </dgm:pt>
    <dgm:pt modelId="{8161FAF7-5521-4B0B-9B60-EF4BD7F49875}" type="pres">
      <dgm:prSet presAssocID="{5A28E785-8B2A-46B4-8636-D156F8745D11}" presName="childNode2tx" presStyleLbl="bgAcc1" presStyleIdx="1" presStyleCnt="4">
        <dgm:presLayoutVars>
          <dgm:bulletEnabled val="1"/>
        </dgm:presLayoutVars>
      </dgm:prSet>
      <dgm:spPr/>
    </dgm:pt>
    <dgm:pt modelId="{51AB1E1E-42C2-4293-86ED-5AD3DC4FC119}" type="pres">
      <dgm:prSet presAssocID="{5A28E785-8B2A-46B4-8636-D156F8745D11}" presName="parentNode2" presStyleLbl="node1" presStyleIdx="1" presStyleCnt="4">
        <dgm:presLayoutVars>
          <dgm:chMax val="0"/>
          <dgm:bulletEnabled val="1"/>
        </dgm:presLayoutVars>
      </dgm:prSet>
      <dgm:spPr/>
    </dgm:pt>
    <dgm:pt modelId="{1CEA08C4-53B0-4EDE-9E83-F49C783BDB03}" type="pres">
      <dgm:prSet presAssocID="{5A28E785-8B2A-46B4-8636-D156F8745D11}" presName="connSite2" presStyleCnt="0"/>
      <dgm:spPr/>
    </dgm:pt>
    <dgm:pt modelId="{CA9B1262-B9EF-49BC-9A0E-B14E2FE06531}" type="pres">
      <dgm:prSet presAssocID="{5DC45B49-BECC-40B1-A08B-53672A9A159C}" presName="Name18" presStyleLbl="sibTrans2D1" presStyleIdx="1" presStyleCnt="3"/>
      <dgm:spPr/>
    </dgm:pt>
    <dgm:pt modelId="{F71D20CD-1D9D-4EA9-B051-DC03D9DA376C}" type="pres">
      <dgm:prSet presAssocID="{F08E5857-47BA-41DA-AE6D-EC33C0A9BBC9}" presName="composite1" presStyleCnt="0"/>
      <dgm:spPr/>
    </dgm:pt>
    <dgm:pt modelId="{1C9EDAE8-B283-4756-9841-C81CDDEDD9D7}" type="pres">
      <dgm:prSet presAssocID="{F08E5857-47BA-41DA-AE6D-EC33C0A9BBC9}" presName="dummyNode1" presStyleLbl="node1" presStyleIdx="1" presStyleCnt="4"/>
      <dgm:spPr/>
    </dgm:pt>
    <dgm:pt modelId="{AA2E299A-25A4-4DB3-BC2E-42433F02F6AC}" type="pres">
      <dgm:prSet presAssocID="{F08E5857-47BA-41DA-AE6D-EC33C0A9BBC9}" presName="childNode1" presStyleLbl="bgAcc1" presStyleIdx="2" presStyleCnt="4">
        <dgm:presLayoutVars>
          <dgm:bulletEnabled val="1"/>
        </dgm:presLayoutVars>
      </dgm:prSet>
      <dgm:spPr/>
    </dgm:pt>
    <dgm:pt modelId="{49854D5D-DFB9-4FAE-BC9F-C360B8834F22}" type="pres">
      <dgm:prSet presAssocID="{F08E5857-47BA-41DA-AE6D-EC33C0A9BBC9}" presName="childNode1tx" presStyleLbl="bgAcc1" presStyleIdx="2" presStyleCnt="4">
        <dgm:presLayoutVars>
          <dgm:bulletEnabled val="1"/>
        </dgm:presLayoutVars>
      </dgm:prSet>
      <dgm:spPr/>
    </dgm:pt>
    <dgm:pt modelId="{C8FF6B9C-D8BB-4AB9-8443-D64F4D28601D}" type="pres">
      <dgm:prSet presAssocID="{F08E5857-47BA-41DA-AE6D-EC33C0A9BBC9}" presName="parentNode1" presStyleLbl="node1" presStyleIdx="2" presStyleCnt="4">
        <dgm:presLayoutVars>
          <dgm:chMax val="1"/>
          <dgm:bulletEnabled val="1"/>
        </dgm:presLayoutVars>
      </dgm:prSet>
      <dgm:spPr/>
    </dgm:pt>
    <dgm:pt modelId="{C50524C4-805B-49D4-A500-3860FD9B8941}" type="pres">
      <dgm:prSet presAssocID="{F08E5857-47BA-41DA-AE6D-EC33C0A9BBC9}" presName="connSite1" presStyleCnt="0"/>
      <dgm:spPr/>
    </dgm:pt>
    <dgm:pt modelId="{839F44BA-519C-4153-9573-18A2609A3E17}" type="pres">
      <dgm:prSet presAssocID="{884615C8-31B7-4203-9F6B-E6F32F1AE107}" presName="Name9" presStyleLbl="sibTrans2D1" presStyleIdx="2" presStyleCnt="3"/>
      <dgm:spPr/>
    </dgm:pt>
    <dgm:pt modelId="{899B213F-9A8B-4FB3-8C86-2C4FFA7AB075}" type="pres">
      <dgm:prSet presAssocID="{41CFCD2D-2F27-4F8C-A70B-C2D451611563}" presName="composite2" presStyleCnt="0"/>
      <dgm:spPr/>
    </dgm:pt>
    <dgm:pt modelId="{1EE6591F-A6F9-4992-B32E-EE5D2AB78F45}" type="pres">
      <dgm:prSet presAssocID="{41CFCD2D-2F27-4F8C-A70B-C2D451611563}" presName="dummyNode2" presStyleLbl="node1" presStyleIdx="2" presStyleCnt="4"/>
      <dgm:spPr/>
    </dgm:pt>
    <dgm:pt modelId="{D868E51A-D85C-4D66-8ADD-E2612860A66A}" type="pres">
      <dgm:prSet presAssocID="{41CFCD2D-2F27-4F8C-A70B-C2D451611563}" presName="childNode2" presStyleLbl="bgAcc1" presStyleIdx="3" presStyleCnt="4">
        <dgm:presLayoutVars>
          <dgm:bulletEnabled val="1"/>
        </dgm:presLayoutVars>
      </dgm:prSet>
      <dgm:spPr/>
    </dgm:pt>
    <dgm:pt modelId="{1B577A24-0680-464B-BA59-8508B42A31A3}" type="pres">
      <dgm:prSet presAssocID="{41CFCD2D-2F27-4F8C-A70B-C2D451611563}" presName="childNode2tx" presStyleLbl="bgAcc1" presStyleIdx="3" presStyleCnt="4">
        <dgm:presLayoutVars>
          <dgm:bulletEnabled val="1"/>
        </dgm:presLayoutVars>
      </dgm:prSet>
      <dgm:spPr/>
    </dgm:pt>
    <dgm:pt modelId="{7A6AF410-74C0-4EBB-8A24-BA35D061EAD1}" type="pres">
      <dgm:prSet presAssocID="{41CFCD2D-2F27-4F8C-A70B-C2D451611563}" presName="parentNode2" presStyleLbl="node1" presStyleIdx="3" presStyleCnt="4">
        <dgm:presLayoutVars>
          <dgm:chMax val="0"/>
          <dgm:bulletEnabled val="1"/>
        </dgm:presLayoutVars>
      </dgm:prSet>
      <dgm:spPr/>
    </dgm:pt>
    <dgm:pt modelId="{DDCC0919-5C8E-49B3-B14C-F0DAE7EC467E}" type="pres">
      <dgm:prSet presAssocID="{41CFCD2D-2F27-4F8C-A70B-C2D451611563}" presName="connSite2" presStyleCnt="0"/>
      <dgm:spPr/>
    </dgm:pt>
  </dgm:ptLst>
  <dgm:cxnLst>
    <dgm:cxn modelId="{025FCC0C-C540-4981-BE11-D20AC9ACC3FE}" type="presOf" srcId="{91B3AB94-29D7-438B-902A-85CE5695D0B2}" destId="{6390D4CA-DAC8-4F4C-BD03-974BCAFEEEBA}" srcOrd="0" destOrd="0" presId="urn:microsoft.com/office/officeart/2005/8/layout/hProcess4"/>
    <dgm:cxn modelId="{BAABE80C-4672-4C56-AB87-E6403DE9E3EF}" type="presOf" srcId="{F08E5857-47BA-41DA-AE6D-EC33C0A9BBC9}" destId="{C8FF6B9C-D8BB-4AB9-8443-D64F4D28601D}" srcOrd="0" destOrd="0" presId="urn:microsoft.com/office/officeart/2005/8/layout/hProcess4"/>
    <dgm:cxn modelId="{57094225-F526-4087-9B5D-8D084302C98C}" srcId="{C04F502E-D750-458A-B2A7-9015A86FB47B}" destId="{5A28E785-8B2A-46B4-8636-D156F8745D11}" srcOrd="1" destOrd="0" parTransId="{C6F58689-2A05-4D57-975B-B53D6B5BFD83}" sibTransId="{5DC45B49-BECC-40B1-A08B-53672A9A159C}"/>
    <dgm:cxn modelId="{A27C0629-368E-42B7-B453-78ADD5EDB3AF}" type="presOf" srcId="{884615C8-31B7-4203-9F6B-E6F32F1AE107}" destId="{839F44BA-519C-4153-9573-18A2609A3E17}" srcOrd="0" destOrd="0" presId="urn:microsoft.com/office/officeart/2005/8/layout/hProcess4"/>
    <dgm:cxn modelId="{3E1E5A2E-F343-471E-A00F-A7374B46B52D}" type="presOf" srcId="{CCF61D8F-C971-416D-BA13-C54B6C74B82E}" destId="{308AED2D-A581-4F30-878A-733730F43929}" srcOrd="0" destOrd="0" presId="urn:microsoft.com/office/officeart/2005/8/layout/hProcess4"/>
    <dgm:cxn modelId="{8B1A4235-BB09-47C7-94D6-9D5A95DA99B9}" type="presOf" srcId="{C04F502E-D750-458A-B2A7-9015A86FB47B}" destId="{8940C82C-12DD-44D8-AF1A-9A028400F666}" srcOrd="0" destOrd="0" presId="urn:microsoft.com/office/officeart/2005/8/layout/hProcess4"/>
    <dgm:cxn modelId="{36025A3B-200F-4F6F-81E8-DCD89C4A322D}" type="presOf" srcId="{5A28E785-8B2A-46B4-8636-D156F8745D11}" destId="{51AB1E1E-42C2-4293-86ED-5AD3DC4FC119}" srcOrd="0" destOrd="0" presId="urn:microsoft.com/office/officeart/2005/8/layout/hProcess4"/>
    <dgm:cxn modelId="{B10AC960-A46C-4E05-89C8-1A0846E0D537}" srcId="{F08E5857-47BA-41DA-AE6D-EC33C0A9BBC9}" destId="{8A51CE54-35F8-4EF7-9614-7395A08A8C96}" srcOrd="0" destOrd="0" parTransId="{96B73FFB-29D3-4D38-958A-CB2FD64235AB}" sibTransId="{D504C5FF-60BF-48DB-8E12-F10F08609248}"/>
    <dgm:cxn modelId="{8036F863-BA34-4B8F-ABA7-9ABDB28CBB84}" type="presOf" srcId="{1B4BE725-539F-4E79-B529-9118F9AC78F6}" destId="{5EC5E5AA-76E4-4870-B812-97331B11348D}" srcOrd="0" destOrd="0" presId="urn:microsoft.com/office/officeart/2005/8/layout/hProcess4"/>
    <dgm:cxn modelId="{6E303065-879D-42FD-8549-788EA203C4B5}" type="presOf" srcId="{50419FBE-2EB9-47B9-916D-F5DBA7A4EAF7}" destId="{5EC5E5AA-76E4-4870-B812-97331B11348D}" srcOrd="0" destOrd="1" presId="urn:microsoft.com/office/officeart/2005/8/layout/hProcess4"/>
    <dgm:cxn modelId="{EC52BE45-64CC-4B0F-922A-02C849F9AE3F}" srcId="{5A28E785-8B2A-46B4-8636-D156F8745D11}" destId="{CCF61D8F-C971-416D-BA13-C54B6C74B82E}" srcOrd="0" destOrd="0" parTransId="{40D5308D-E62B-40C4-9628-A29C8166261B}" sibTransId="{30A3B1D7-E43A-45AC-8D77-86F231D647AA}"/>
    <dgm:cxn modelId="{278E3C4E-5053-4B61-9EB9-D55E12F4B114}" type="presOf" srcId="{7171AC41-9301-4C7D-8282-6BD447374FDD}" destId="{E892383F-9657-4C46-9709-3231B896AE97}" srcOrd="0" destOrd="0" presId="urn:microsoft.com/office/officeart/2005/8/layout/hProcess4"/>
    <dgm:cxn modelId="{DD32284F-5F90-46C0-94FD-EE6AB508BE76}" type="presOf" srcId="{F78A8B50-9E85-4F21-B27A-B299090ED89E}" destId="{ACD12B8C-E2EC-4850-A4A4-76A3614E7447}" srcOrd="1" destOrd="2" presId="urn:microsoft.com/office/officeart/2005/8/layout/hProcess4"/>
    <dgm:cxn modelId="{EA0CA282-C91F-4888-881D-7285D8E11740}" srcId="{91B3AB94-29D7-438B-902A-85CE5695D0B2}" destId="{50419FBE-2EB9-47B9-916D-F5DBA7A4EAF7}" srcOrd="1" destOrd="0" parTransId="{E7C90309-A2EB-4650-8761-D672994767C5}" sibTransId="{105014C0-AFD8-492F-B82A-74C9C32915E8}"/>
    <dgm:cxn modelId="{525CAA86-0F42-4607-9F04-781ADD105966}" srcId="{C04F502E-D750-458A-B2A7-9015A86FB47B}" destId="{91B3AB94-29D7-438B-902A-85CE5695D0B2}" srcOrd="0" destOrd="0" parTransId="{EC809687-FB97-44B9-AE8A-322D278FF32B}" sibTransId="{7171AC41-9301-4C7D-8282-6BD447374FDD}"/>
    <dgm:cxn modelId="{FEDF4E8D-2695-4E41-B55A-EEE878362C93}" type="presOf" srcId="{CCF61D8F-C971-416D-BA13-C54B6C74B82E}" destId="{8161FAF7-5521-4B0B-9B60-EF4BD7F49875}" srcOrd="1" destOrd="0" presId="urn:microsoft.com/office/officeart/2005/8/layout/hProcess4"/>
    <dgm:cxn modelId="{602FEE94-12A5-41B5-B72F-8FBEEA3B31FB}" type="presOf" srcId="{8A51CE54-35F8-4EF7-9614-7395A08A8C96}" destId="{49854D5D-DFB9-4FAE-BC9F-C360B8834F22}" srcOrd="1" destOrd="0" presId="urn:microsoft.com/office/officeart/2005/8/layout/hProcess4"/>
    <dgm:cxn modelId="{B3FB4B95-CB38-4DE6-881C-0C4258090F83}" type="presOf" srcId="{41CFCD2D-2F27-4F8C-A70B-C2D451611563}" destId="{7A6AF410-74C0-4EBB-8A24-BA35D061EAD1}" srcOrd="0" destOrd="0" presId="urn:microsoft.com/office/officeart/2005/8/layout/hProcess4"/>
    <dgm:cxn modelId="{526AB197-F988-4317-B6A1-E61D571598AC}" type="presOf" srcId="{F78A8B50-9E85-4F21-B27A-B299090ED89E}" destId="{5EC5E5AA-76E4-4870-B812-97331B11348D}" srcOrd="0" destOrd="2" presId="urn:microsoft.com/office/officeart/2005/8/layout/hProcess4"/>
    <dgm:cxn modelId="{D366F29C-481A-4665-BC5F-CE335978C4EF}" type="presOf" srcId="{5DC45B49-BECC-40B1-A08B-53672A9A159C}" destId="{CA9B1262-B9EF-49BC-9A0E-B14E2FE06531}" srcOrd="0" destOrd="0" presId="urn:microsoft.com/office/officeart/2005/8/layout/hProcess4"/>
    <dgm:cxn modelId="{3B60CAA6-9C57-4958-9488-B90332F8CA61}" type="presOf" srcId="{50419FBE-2EB9-47B9-916D-F5DBA7A4EAF7}" destId="{ACD12B8C-E2EC-4850-A4A4-76A3614E7447}" srcOrd="1" destOrd="1" presId="urn:microsoft.com/office/officeart/2005/8/layout/hProcess4"/>
    <dgm:cxn modelId="{29EDE4AF-0375-48B7-8BBC-8C060EDF5E40}" srcId="{91B3AB94-29D7-438B-902A-85CE5695D0B2}" destId="{1B4BE725-539F-4E79-B529-9118F9AC78F6}" srcOrd="0" destOrd="0" parTransId="{F59E62C0-48D6-4204-B7F5-A5E1966AB0B4}" sibTransId="{9DFD5E21-8AEC-45F7-8B2F-7281BA354F1E}"/>
    <dgm:cxn modelId="{60A431B6-8D86-4A80-97C1-B3A0956ACA04}" type="presOf" srcId="{1B4BE725-539F-4E79-B529-9118F9AC78F6}" destId="{ACD12B8C-E2EC-4850-A4A4-76A3614E7447}" srcOrd="1" destOrd="0" presId="urn:microsoft.com/office/officeart/2005/8/layout/hProcess4"/>
    <dgm:cxn modelId="{504FE1BB-2C22-4014-81DF-B131DC81A24A}" srcId="{C04F502E-D750-458A-B2A7-9015A86FB47B}" destId="{F08E5857-47BA-41DA-AE6D-EC33C0A9BBC9}" srcOrd="2" destOrd="0" parTransId="{CA61B92A-194C-45FB-B4DE-75598A18B8E4}" sibTransId="{884615C8-31B7-4203-9F6B-E6F32F1AE107}"/>
    <dgm:cxn modelId="{391108BE-4A7B-40FF-9D08-E8653A6A0466}" type="presOf" srcId="{4B89136B-5FED-4A5C-8416-F231D9C23FD3}" destId="{1B577A24-0680-464B-BA59-8508B42A31A3}" srcOrd="1" destOrd="0" presId="urn:microsoft.com/office/officeart/2005/8/layout/hProcess4"/>
    <dgm:cxn modelId="{1EB753C2-414E-44B1-80E1-476C47D3AEF5}" type="presOf" srcId="{8A51CE54-35F8-4EF7-9614-7395A08A8C96}" destId="{AA2E299A-25A4-4DB3-BC2E-42433F02F6AC}" srcOrd="0" destOrd="0" presId="urn:microsoft.com/office/officeart/2005/8/layout/hProcess4"/>
    <dgm:cxn modelId="{ADCE4BCC-B841-4AAE-B5AC-DFFBFFEDB093}" type="presOf" srcId="{4B89136B-5FED-4A5C-8416-F231D9C23FD3}" destId="{D868E51A-D85C-4D66-8ADD-E2612860A66A}" srcOrd="0" destOrd="0" presId="urn:microsoft.com/office/officeart/2005/8/layout/hProcess4"/>
    <dgm:cxn modelId="{6113A9D2-E4B3-4030-A7EF-2C59931A8946}" srcId="{41CFCD2D-2F27-4F8C-A70B-C2D451611563}" destId="{4B89136B-5FED-4A5C-8416-F231D9C23FD3}" srcOrd="0" destOrd="0" parTransId="{F5F3F3F1-42EB-41AF-977E-19E4686EC314}" sibTransId="{2BE3528A-EDDE-4BF3-BEE8-AB27C2B0D95E}"/>
    <dgm:cxn modelId="{E0C497D9-B58A-4954-9474-4D381E6AD774}" srcId="{91B3AB94-29D7-438B-902A-85CE5695D0B2}" destId="{F78A8B50-9E85-4F21-B27A-B299090ED89E}" srcOrd="2" destOrd="0" parTransId="{F2E2FABE-5372-4E0D-B685-491DD067446E}" sibTransId="{2D739B0F-A773-46E5-8571-7EDCD6E512FB}"/>
    <dgm:cxn modelId="{7E90A5E5-9620-4E2C-AE0F-7A42E24736BD}" srcId="{C04F502E-D750-458A-B2A7-9015A86FB47B}" destId="{41CFCD2D-2F27-4F8C-A70B-C2D451611563}" srcOrd="3" destOrd="0" parTransId="{500AE81A-3B3D-41ED-AFD8-202A5169AAE0}" sibTransId="{A990B11A-EB5F-42EF-B70F-81476C508038}"/>
    <dgm:cxn modelId="{EF023F81-3109-4BF1-B33C-8DDB05C37206}" type="presParOf" srcId="{8940C82C-12DD-44D8-AF1A-9A028400F666}" destId="{D6D9E472-EE4B-4C3F-9B5E-024318F39038}" srcOrd="0" destOrd="0" presId="urn:microsoft.com/office/officeart/2005/8/layout/hProcess4"/>
    <dgm:cxn modelId="{85870C58-F5C5-44CD-BE62-3DB0024AC46E}" type="presParOf" srcId="{8940C82C-12DD-44D8-AF1A-9A028400F666}" destId="{2780B11A-9889-4F3A-AC7E-449FE2E22728}" srcOrd="1" destOrd="0" presId="urn:microsoft.com/office/officeart/2005/8/layout/hProcess4"/>
    <dgm:cxn modelId="{BC0DB217-1BF9-4EED-A1D5-AF2F608725B6}" type="presParOf" srcId="{8940C82C-12DD-44D8-AF1A-9A028400F666}" destId="{7949FA9A-888E-44EC-8489-DDF420B183BB}" srcOrd="2" destOrd="0" presId="urn:microsoft.com/office/officeart/2005/8/layout/hProcess4"/>
    <dgm:cxn modelId="{2693ED4F-AB5C-4BB5-9E98-BB9BFAB9F4FA}" type="presParOf" srcId="{7949FA9A-888E-44EC-8489-DDF420B183BB}" destId="{575DCEAB-4826-4AB8-A232-0A5B140A29ED}" srcOrd="0" destOrd="0" presId="urn:microsoft.com/office/officeart/2005/8/layout/hProcess4"/>
    <dgm:cxn modelId="{CCFCD5FD-8F8C-4EDF-903B-4C04FD3A1C41}" type="presParOf" srcId="{575DCEAB-4826-4AB8-A232-0A5B140A29ED}" destId="{0861CBBE-6999-48B1-9E0F-09B3220FB5AD}" srcOrd="0" destOrd="0" presId="urn:microsoft.com/office/officeart/2005/8/layout/hProcess4"/>
    <dgm:cxn modelId="{D91851B3-6BB0-4A8A-8B62-EDD8242EACD5}" type="presParOf" srcId="{575DCEAB-4826-4AB8-A232-0A5B140A29ED}" destId="{5EC5E5AA-76E4-4870-B812-97331B11348D}" srcOrd="1" destOrd="0" presId="urn:microsoft.com/office/officeart/2005/8/layout/hProcess4"/>
    <dgm:cxn modelId="{2A96361B-FFEB-4F8D-8476-E128E5C4479C}" type="presParOf" srcId="{575DCEAB-4826-4AB8-A232-0A5B140A29ED}" destId="{ACD12B8C-E2EC-4850-A4A4-76A3614E7447}" srcOrd="2" destOrd="0" presId="urn:microsoft.com/office/officeart/2005/8/layout/hProcess4"/>
    <dgm:cxn modelId="{45A9AFB7-962B-4D8D-B291-88F39A9F1316}" type="presParOf" srcId="{575DCEAB-4826-4AB8-A232-0A5B140A29ED}" destId="{6390D4CA-DAC8-4F4C-BD03-974BCAFEEEBA}" srcOrd="3" destOrd="0" presId="urn:microsoft.com/office/officeart/2005/8/layout/hProcess4"/>
    <dgm:cxn modelId="{9BA268BF-EA18-426E-A247-082CE1FD23BB}" type="presParOf" srcId="{575DCEAB-4826-4AB8-A232-0A5B140A29ED}" destId="{69AB1F01-1B06-49F6-AD9D-D7FC706FDE9B}" srcOrd="4" destOrd="0" presId="urn:microsoft.com/office/officeart/2005/8/layout/hProcess4"/>
    <dgm:cxn modelId="{69AF126F-17BF-4870-8E6B-2B9CB7355D69}" type="presParOf" srcId="{7949FA9A-888E-44EC-8489-DDF420B183BB}" destId="{E892383F-9657-4C46-9709-3231B896AE97}" srcOrd="1" destOrd="0" presId="urn:microsoft.com/office/officeart/2005/8/layout/hProcess4"/>
    <dgm:cxn modelId="{28ECFEAD-3454-4734-A9BC-896975FC7F6A}" type="presParOf" srcId="{7949FA9A-888E-44EC-8489-DDF420B183BB}" destId="{6EDD76A4-EB85-42E2-A3BD-E5DA439C6DA3}" srcOrd="2" destOrd="0" presId="urn:microsoft.com/office/officeart/2005/8/layout/hProcess4"/>
    <dgm:cxn modelId="{A6EBF672-EF1D-4558-8767-CB35D31E9EC4}" type="presParOf" srcId="{6EDD76A4-EB85-42E2-A3BD-E5DA439C6DA3}" destId="{7194EF2A-D2D0-4BDA-AFD8-469D5A9C7179}" srcOrd="0" destOrd="0" presId="urn:microsoft.com/office/officeart/2005/8/layout/hProcess4"/>
    <dgm:cxn modelId="{60ED35E8-69EB-4F6F-B45F-3B6F799AC8B5}" type="presParOf" srcId="{6EDD76A4-EB85-42E2-A3BD-E5DA439C6DA3}" destId="{308AED2D-A581-4F30-878A-733730F43929}" srcOrd="1" destOrd="0" presId="urn:microsoft.com/office/officeart/2005/8/layout/hProcess4"/>
    <dgm:cxn modelId="{4DD4E161-CBA2-4D2A-BA5D-37940C75BA58}" type="presParOf" srcId="{6EDD76A4-EB85-42E2-A3BD-E5DA439C6DA3}" destId="{8161FAF7-5521-4B0B-9B60-EF4BD7F49875}" srcOrd="2" destOrd="0" presId="urn:microsoft.com/office/officeart/2005/8/layout/hProcess4"/>
    <dgm:cxn modelId="{5C5FC251-3F88-4B2B-80C9-7F08BF010FB4}" type="presParOf" srcId="{6EDD76A4-EB85-42E2-A3BD-E5DA439C6DA3}" destId="{51AB1E1E-42C2-4293-86ED-5AD3DC4FC119}" srcOrd="3" destOrd="0" presId="urn:microsoft.com/office/officeart/2005/8/layout/hProcess4"/>
    <dgm:cxn modelId="{5E9DB91F-8DE1-465D-93D9-76769DAA2413}" type="presParOf" srcId="{6EDD76A4-EB85-42E2-A3BD-E5DA439C6DA3}" destId="{1CEA08C4-53B0-4EDE-9E83-F49C783BDB03}" srcOrd="4" destOrd="0" presId="urn:microsoft.com/office/officeart/2005/8/layout/hProcess4"/>
    <dgm:cxn modelId="{A2034B78-BDBD-4921-8353-AFA28CA86A37}" type="presParOf" srcId="{7949FA9A-888E-44EC-8489-DDF420B183BB}" destId="{CA9B1262-B9EF-49BC-9A0E-B14E2FE06531}" srcOrd="3" destOrd="0" presId="urn:microsoft.com/office/officeart/2005/8/layout/hProcess4"/>
    <dgm:cxn modelId="{B92DB3E1-4442-4BEF-844A-7BCCCE75440C}" type="presParOf" srcId="{7949FA9A-888E-44EC-8489-DDF420B183BB}" destId="{F71D20CD-1D9D-4EA9-B051-DC03D9DA376C}" srcOrd="4" destOrd="0" presId="urn:microsoft.com/office/officeart/2005/8/layout/hProcess4"/>
    <dgm:cxn modelId="{A0B7DA8C-A48A-4A0D-A281-86C667780074}" type="presParOf" srcId="{F71D20CD-1D9D-4EA9-B051-DC03D9DA376C}" destId="{1C9EDAE8-B283-4756-9841-C81CDDEDD9D7}" srcOrd="0" destOrd="0" presId="urn:microsoft.com/office/officeart/2005/8/layout/hProcess4"/>
    <dgm:cxn modelId="{C9488121-F80D-47BB-A797-2ECE44361D7B}" type="presParOf" srcId="{F71D20CD-1D9D-4EA9-B051-DC03D9DA376C}" destId="{AA2E299A-25A4-4DB3-BC2E-42433F02F6AC}" srcOrd="1" destOrd="0" presId="urn:microsoft.com/office/officeart/2005/8/layout/hProcess4"/>
    <dgm:cxn modelId="{E53D36E6-8F82-4751-840B-46F2C806323D}" type="presParOf" srcId="{F71D20CD-1D9D-4EA9-B051-DC03D9DA376C}" destId="{49854D5D-DFB9-4FAE-BC9F-C360B8834F22}" srcOrd="2" destOrd="0" presId="urn:microsoft.com/office/officeart/2005/8/layout/hProcess4"/>
    <dgm:cxn modelId="{0041AAF4-0E54-43EA-B4B7-29EE325A9F8A}" type="presParOf" srcId="{F71D20CD-1D9D-4EA9-B051-DC03D9DA376C}" destId="{C8FF6B9C-D8BB-4AB9-8443-D64F4D28601D}" srcOrd="3" destOrd="0" presId="urn:microsoft.com/office/officeart/2005/8/layout/hProcess4"/>
    <dgm:cxn modelId="{D3F5FE26-0219-49DE-B367-CD10E45A9A19}" type="presParOf" srcId="{F71D20CD-1D9D-4EA9-B051-DC03D9DA376C}" destId="{C50524C4-805B-49D4-A500-3860FD9B8941}" srcOrd="4" destOrd="0" presId="urn:microsoft.com/office/officeart/2005/8/layout/hProcess4"/>
    <dgm:cxn modelId="{FDC57EFF-EB0D-4D6D-9AAC-762F37AF8296}" type="presParOf" srcId="{7949FA9A-888E-44EC-8489-DDF420B183BB}" destId="{839F44BA-519C-4153-9573-18A2609A3E17}" srcOrd="5" destOrd="0" presId="urn:microsoft.com/office/officeart/2005/8/layout/hProcess4"/>
    <dgm:cxn modelId="{A03DECC2-B404-4EE6-B39D-AADC0ED21247}" type="presParOf" srcId="{7949FA9A-888E-44EC-8489-DDF420B183BB}" destId="{899B213F-9A8B-4FB3-8C86-2C4FFA7AB075}" srcOrd="6" destOrd="0" presId="urn:microsoft.com/office/officeart/2005/8/layout/hProcess4"/>
    <dgm:cxn modelId="{A3C90116-D356-4848-AC1E-098D08F13353}" type="presParOf" srcId="{899B213F-9A8B-4FB3-8C86-2C4FFA7AB075}" destId="{1EE6591F-A6F9-4992-B32E-EE5D2AB78F45}" srcOrd="0" destOrd="0" presId="urn:microsoft.com/office/officeart/2005/8/layout/hProcess4"/>
    <dgm:cxn modelId="{2D8A94BD-AB89-41DC-B93F-2321F789AB1A}" type="presParOf" srcId="{899B213F-9A8B-4FB3-8C86-2C4FFA7AB075}" destId="{D868E51A-D85C-4D66-8ADD-E2612860A66A}" srcOrd="1" destOrd="0" presId="urn:microsoft.com/office/officeart/2005/8/layout/hProcess4"/>
    <dgm:cxn modelId="{277E4CB0-7C32-4DB7-BEE7-A96112EE9F76}" type="presParOf" srcId="{899B213F-9A8B-4FB3-8C86-2C4FFA7AB075}" destId="{1B577A24-0680-464B-BA59-8508B42A31A3}" srcOrd="2" destOrd="0" presId="urn:microsoft.com/office/officeart/2005/8/layout/hProcess4"/>
    <dgm:cxn modelId="{36868B7B-9488-4A70-8F49-1894FF9FA1A4}" type="presParOf" srcId="{899B213F-9A8B-4FB3-8C86-2C4FFA7AB075}" destId="{7A6AF410-74C0-4EBB-8A24-BA35D061EAD1}" srcOrd="3" destOrd="0" presId="urn:microsoft.com/office/officeart/2005/8/layout/hProcess4"/>
    <dgm:cxn modelId="{8B1FAF66-64BE-4F67-85C1-DC2AF0F1C672}" type="presParOf" srcId="{899B213F-9A8B-4FB3-8C86-2C4FFA7AB075}" destId="{DDCC0919-5C8E-49B3-B14C-F0DAE7EC467E}"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C5E5AA-76E4-4870-B812-97331B11348D}">
      <dsp:nvSpPr>
        <dsp:cNvPr id="0" name=""/>
        <dsp:cNvSpPr/>
      </dsp:nvSpPr>
      <dsp:spPr>
        <a:xfrm>
          <a:off x="529"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r>
            <a:rPr lang="en-US" sz="1200" kern="1200" dirty="0"/>
            <a:t>Provide car and drivers Info</a:t>
          </a:r>
        </a:p>
        <a:p>
          <a:pPr marL="114300" lvl="1" indent="-114300" algn="l" defTabSz="533400">
            <a:lnSpc>
              <a:spcPct val="90000"/>
            </a:lnSpc>
            <a:spcBef>
              <a:spcPct val="0"/>
            </a:spcBef>
            <a:spcAft>
              <a:spcPct val="15000"/>
            </a:spcAft>
            <a:buChar char="•"/>
          </a:pPr>
          <a:r>
            <a:rPr lang="en-US" sz="1200" kern="1200" dirty="0"/>
            <a:t>Select product and Add-Ons</a:t>
          </a:r>
        </a:p>
      </dsp:txBody>
      <dsp:txXfrm>
        <a:off x="40012" y="1357292"/>
        <a:ext cx="2001220" cy="1269098"/>
      </dsp:txXfrm>
    </dsp:sp>
    <dsp:sp modelId="{E892383F-9657-4C46-9709-3231B896AE97}">
      <dsp:nvSpPr>
        <dsp:cNvPr id="0" name=""/>
        <dsp:cNvSpPr/>
      </dsp:nvSpPr>
      <dsp:spPr>
        <a:xfrm>
          <a:off x="1145793"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6390D4CA-DAC8-4F4C-BD03-974BCAFEEEBA}">
      <dsp:nvSpPr>
        <dsp:cNvPr id="0" name=""/>
        <dsp:cNvSpPr/>
      </dsp:nvSpPr>
      <dsp:spPr>
        <a:xfrm>
          <a:off x="462793"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Customer</a:t>
          </a:r>
          <a:r>
            <a:rPr lang="en-US" sz="1000" kern="1200" dirty="0"/>
            <a:t> </a:t>
          </a:r>
        </a:p>
      </dsp:txBody>
      <dsp:txXfrm>
        <a:off x="484329" y="2687410"/>
        <a:ext cx="1805982" cy="692236"/>
      </dsp:txXfrm>
    </dsp:sp>
    <dsp:sp modelId="{308AED2D-A581-4F30-878A-733730F43929}">
      <dsp:nvSpPr>
        <dsp:cNvPr id="0" name=""/>
        <dsp:cNvSpPr/>
      </dsp:nvSpPr>
      <dsp:spPr>
        <a:xfrm>
          <a:off x="2734937"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Offer the Motor service to their customers through subsidiary digital channels with a</a:t>
          </a:r>
          <a:endParaRPr lang="en-US" sz="1200" kern="1200" dirty="0"/>
        </a:p>
      </dsp:txBody>
      <dsp:txXfrm>
        <a:off x="2774420" y="1724946"/>
        <a:ext cx="2001220" cy="1269098"/>
      </dsp:txXfrm>
    </dsp:sp>
    <dsp:sp modelId="{CA9B1262-B9EF-49BC-9A0E-B14E2FE06531}">
      <dsp:nvSpPr>
        <dsp:cNvPr id="0" name=""/>
        <dsp:cNvSpPr/>
      </dsp:nvSpPr>
      <dsp:spPr>
        <a:xfrm>
          <a:off x="3862865" y="222857"/>
          <a:ext cx="2685859" cy="2685859"/>
        </a:xfrm>
        <a:prstGeom prst="circularArrow">
          <a:avLst>
            <a:gd name="adj1" fmla="val 3308"/>
            <a:gd name="adj2" fmla="val 408578"/>
            <a:gd name="adj3" fmla="val 19415911"/>
            <a:gd name="adj4" fmla="val 12575511"/>
            <a:gd name="adj5" fmla="val 3859"/>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51AB1E1E-42C2-4293-86ED-5AD3DC4FC119}">
      <dsp:nvSpPr>
        <dsp:cNvPr id="0" name=""/>
        <dsp:cNvSpPr/>
      </dsp:nvSpPr>
      <dsp:spPr>
        <a:xfrm>
          <a:off x="3197200"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Consumer</a:t>
          </a:r>
          <a:r>
            <a:rPr lang="en-US" sz="900" b="1" u="sng" kern="1200" dirty="0"/>
            <a:t> (Subsidiary)</a:t>
          </a:r>
        </a:p>
      </dsp:txBody>
      <dsp:txXfrm>
        <a:off x="3218736" y="971691"/>
        <a:ext cx="1805982" cy="692236"/>
      </dsp:txXfrm>
    </dsp:sp>
    <dsp:sp modelId="{AA2E299A-25A4-4DB3-BC2E-42433F02F6AC}">
      <dsp:nvSpPr>
        <dsp:cNvPr id="0" name=""/>
        <dsp:cNvSpPr/>
      </dsp:nvSpPr>
      <dsp:spPr>
        <a:xfrm>
          <a:off x="5469344"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a:t>Orchastrate, Utilize &amp; Avail the required functionalities.</a:t>
          </a:r>
        </a:p>
      </dsp:txBody>
      <dsp:txXfrm>
        <a:off x="5508827" y="1357292"/>
        <a:ext cx="2001220" cy="1269098"/>
      </dsp:txXfrm>
    </dsp:sp>
    <dsp:sp modelId="{839F44BA-519C-4153-9573-18A2609A3E17}">
      <dsp:nvSpPr>
        <dsp:cNvPr id="0" name=""/>
        <dsp:cNvSpPr/>
      </dsp:nvSpPr>
      <dsp:spPr>
        <a:xfrm>
          <a:off x="6614607"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C8FF6B9C-D8BB-4AB9-8443-D64F4D28601D}">
      <dsp:nvSpPr>
        <dsp:cNvPr id="0" name=""/>
        <dsp:cNvSpPr/>
      </dsp:nvSpPr>
      <dsp:spPr>
        <a:xfrm>
          <a:off x="5931608"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Marketplace</a:t>
          </a:r>
        </a:p>
      </dsp:txBody>
      <dsp:txXfrm>
        <a:off x="5953144" y="2687410"/>
        <a:ext cx="1805982" cy="692236"/>
      </dsp:txXfrm>
    </dsp:sp>
    <dsp:sp modelId="{D868E51A-D85C-4D66-8ADD-E2612860A66A}">
      <dsp:nvSpPr>
        <dsp:cNvPr id="0" name=""/>
        <dsp:cNvSpPr/>
      </dsp:nvSpPr>
      <dsp:spPr>
        <a:xfrm>
          <a:off x="8203751"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The owner of the Motor APIS and provider for its functionalities.</a:t>
          </a:r>
          <a:endParaRPr lang="en-US" sz="1200" kern="1200" dirty="0"/>
        </a:p>
      </dsp:txBody>
      <dsp:txXfrm>
        <a:off x="8243234" y="1724946"/>
        <a:ext cx="2001220" cy="1269098"/>
      </dsp:txXfrm>
    </dsp:sp>
    <dsp:sp modelId="{7A6AF410-74C0-4EBB-8A24-BA35D061EAD1}">
      <dsp:nvSpPr>
        <dsp:cNvPr id="0" name=""/>
        <dsp:cNvSpPr/>
      </dsp:nvSpPr>
      <dsp:spPr>
        <a:xfrm>
          <a:off x="8666015"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Provider</a:t>
          </a:r>
          <a:r>
            <a:rPr lang="en-US" sz="1100" kern="1200" dirty="0"/>
            <a:t>(</a:t>
          </a:r>
          <a:r>
            <a:rPr lang="en-US" sz="1100" kern="1200" dirty="0">
              <a:effectLst/>
              <a:latin typeface="+mn-lt"/>
              <a:ea typeface="Calibri" panose="020F0502020204030204" pitchFamily="34" charset="0"/>
            </a:rPr>
            <a:t>Al Rajhi Takaful</a:t>
          </a:r>
          <a:r>
            <a:rPr lang="en-US" sz="1100" kern="1200" dirty="0"/>
            <a:t>)</a:t>
          </a:r>
        </a:p>
      </dsp:txBody>
      <dsp:txXfrm>
        <a:off x="8687551" y="971691"/>
        <a:ext cx="1805982" cy="69223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7BC2-DA96-6C97-22C8-47BB0CADD5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98ABC-6181-25F0-4F77-331F0AC1FA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D08C24-D53E-F8A5-E4C9-0D192720D003}"/>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70EAB5E6-71E1-7118-4336-FA1379B37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986C-6DE1-536F-819E-DD926EB2E9A7}"/>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4294380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475F-43C3-DB66-6DBD-1DD5BCF5D9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D969B3-C771-037C-7CC4-6E02A3588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E1AB2-A204-0654-F46C-CA77684CDD38}"/>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2BA03C05-9597-F893-83A7-9342F20E1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771B5-27CA-E5EA-7212-FD96E53EBCCA}"/>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04617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C4CA-8D2B-AB11-D675-27C54CF92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B2724E-3C1B-1D5F-56DF-573B307C0D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42E957-BABF-0271-A476-92B1DF43E252}"/>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C175CDC1-3539-2205-70A0-3803934B6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7B86D-992A-263D-B944-B6567CDD794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156288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B4C8-1A6D-CAA5-C037-1CFEFF6DC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44D687-BB47-1516-08CF-BC2DE91882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287709-6DD9-C8BC-DEE0-738FE4CC1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AE6E24-38E1-8BBF-FA84-41840F1685D5}"/>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6" name="Footer Placeholder 5">
            <a:extLst>
              <a:ext uri="{FF2B5EF4-FFF2-40B4-BE49-F238E27FC236}">
                <a16:creationId xmlns:a16="http://schemas.microsoft.com/office/drawing/2014/main" id="{6B0BDA6A-A962-41AA-44B5-AE038A9EE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1CF295-5A59-7D1D-4061-026A4F4ECE6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24494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A4DF4-356B-0B1C-AB10-117EDC3144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C9081B-EA01-82EF-97FC-ED40FF96DA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03317-F14E-09E0-D48E-2FBD842F7F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897162-8D42-A0B1-26E7-3B26BA537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0E86F-032E-7FC7-2512-F21F66E311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6A1C2D-3420-426E-2CFF-C6E9302FD103}"/>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8" name="Footer Placeholder 7">
            <a:extLst>
              <a:ext uri="{FF2B5EF4-FFF2-40B4-BE49-F238E27FC236}">
                <a16:creationId xmlns:a16="http://schemas.microsoft.com/office/drawing/2014/main" id="{A37918C9-D2C6-205E-DC33-076D021E84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69BF8E-51FB-7910-718C-4384CF4F5C7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32215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E2A1-B1E5-BB31-FD0D-99B8648030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BC7660-AD38-6180-4EDE-24C8016CEA25}"/>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4" name="Footer Placeholder 3">
            <a:extLst>
              <a:ext uri="{FF2B5EF4-FFF2-40B4-BE49-F238E27FC236}">
                <a16:creationId xmlns:a16="http://schemas.microsoft.com/office/drawing/2014/main" id="{FDA8408D-204D-4E03-EECE-ADB452D98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A0D9DF-83A9-FCF8-DA0B-F5B539B3EF6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831521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F78608-B9EA-491A-3399-3E9472DBAF16}"/>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3" name="Footer Placeholder 2">
            <a:extLst>
              <a:ext uri="{FF2B5EF4-FFF2-40B4-BE49-F238E27FC236}">
                <a16:creationId xmlns:a16="http://schemas.microsoft.com/office/drawing/2014/main" id="{FE5AFD2C-9A17-65AB-8ABA-08416701B2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2EACEF-26E0-1DB2-BA2A-0E3A7FFB8900}"/>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614307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936F-9522-15C2-2358-A6A5AD93B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189E2-EC29-1A46-6DF1-6993B3CFCA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E5AE71-A3D2-1941-CD0F-5CC44B376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B4AD6-20D0-E329-09DF-D9E5F88CFFE5}"/>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6" name="Footer Placeholder 5">
            <a:extLst>
              <a:ext uri="{FF2B5EF4-FFF2-40B4-BE49-F238E27FC236}">
                <a16:creationId xmlns:a16="http://schemas.microsoft.com/office/drawing/2014/main" id="{7CF29B8A-83EC-C580-BC13-EC038CAEB0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8BCD1F-5789-6500-E186-0418276CD00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77840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9B1B-2696-FE9C-8798-151D704AC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B7F9DC-3D8D-8AC5-4315-D271BD6936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BDF6A6-9A43-2EDC-E64E-0E5E0A83E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C7BD5-7DEE-3702-84CC-1082F262FFEE}"/>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6" name="Footer Placeholder 5">
            <a:extLst>
              <a:ext uri="{FF2B5EF4-FFF2-40B4-BE49-F238E27FC236}">
                <a16:creationId xmlns:a16="http://schemas.microsoft.com/office/drawing/2014/main" id="{F0F31A1A-1754-4B94-2899-403501DB6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3670D-D2BB-F659-D263-2E7D31AAA7D3}"/>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976129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2C43-1357-171E-C90D-615833B21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4F10F8-3AD8-C255-6F7D-26D3A9D01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82EC7-1BFF-672B-3006-391A5BA51DCE}"/>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35345CF7-10DA-0DC7-5F06-1DC3532002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1A7F8-7032-26DB-5F76-81629F2DB1A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059131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88AC8-391C-DD4B-1CB6-4DA4A47361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CE4B33-B1D9-6AB4-CDC0-5C8E21BBCD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C35C2F-DA3E-2C70-6F9C-EF68B80932C1}"/>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6606240D-E651-B2E5-E093-2007F8CB6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87B1F-EC23-A4C4-018C-B12A1FC6D7D2}"/>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867299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E0B703-7941-25AA-322D-D90AD60DD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F5C1-3B48-3E13-8A44-D3AAB3D8A3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BFE7A-8773-D532-94EC-4A5A4D9D6D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B8CE3035-9B5E-238F-A30D-CAAC6B0791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3BA87F-097C-CE8A-8966-AEF9EDF34F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1EBFC1-20A5-4412-AFBC-3CC39BDD723F}" type="slidenum">
              <a:rPr lang="en-US" smtClean="0"/>
              <a:t>‹#›</a:t>
            </a:fld>
            <a:endParaRPr lang="en-US"/>
          </a:p>
        </p:txBody>
      </p:sp>
      <p:sp>
        <p:nvSpPr>
          <p:cNvPr id="8" name="TextBox 7">
            <a:extLst>
              <a:ext uri="{FF2B5EF4-FFF2-40B4-BE49-F238E27FC236}">
                <a16:creationId xmlns:a16="http://schemas.microsoft.com/office/drawing/2014/main" id="{46A75DED-4732-8F66-957A-4206ADF28045}"/>
              </a:ext>
            </a:extLst>
          </p:cNvPr>
          <p:cNvSpPr txBox="1"/>
          <p:nvPr userDrawn="1">
            <p:extLst>
              <p:ext uri="{1162E1C5-73C7-4A58-AE30-91384D911F3F}">
                <p184:classification xmlns:p184="http://schemas.microsoft.com/office/powerpoint/2018/4/main" val="ftr"/>
              </p:ext>
            </p:extLst>
          </p:nvPr>
        </p:nvSpPr>
        <p:spPr>
          <a:xfrm>
            <a:off x="5495925" y="6642100"/>
            <a:ext cx="1228725" cy="152400"/>
          </a:xfrm>
          <a:prstGeom prst="rect">
            <a:avLst/>
          </a:prstGeom>
        </p:spPr>
        <p:txBody>
          <a:bodyPr horzOverflow="overflow" lIns="0" tIns="0" rIns="0" bIns="0">
            <a:spAutoFit/>
          </a:bodyPr>
          <a:lstStyle/>
          <a:p>
            <a:pPr algn="l"/>
            <a:r>
              <a:rPr lang="en-US" sz="1000">
                <a:solidFill>
                  <a:srgbClr val="FFFF00">
                    <a:alpha val="50000"/>
                  </a:srgbClr>
                </a:solidFill>
                <a:latin typeface="Calibri" panose="020F0502020204030204" pitchFamily="34" charset="0"/>
                <a:ea typeface="Calibri" panose="020F0502020204030204" pitchFamily="34" charset="0"/>
                <a:cs typeface="Calibri" panose="020F0502020204030204" pitchFamily="34" charset="0"/>
              </a:rPr>
              <a:t>Ejada Internal Use Only</a:t>
            </a:r>
          </a:p>
        </p:txBody>
      </p:sp>
    </p:spTree>
    <p:extLst>
      <p:ext uri="{BB962C8B-B14F-4D97-AF65-F5344CB8AC3E}">
        <p14:creationId xmlns:p14="http://schemas.microsoft.com/office/powerpoint/2010/main" val="404778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6524-54FE-B849-6A96-6037E4595A80}"/>
              </a:ext>
            </a:extLst>
          </p:cNvPr>
          <p:cNvSpPr>
            <a:spLocks noGrp="1"/>
          </p:cNvSpPr>
          <p:nvPr>
            <p:ph type="title"/>
          </p:nvPr>
        </p:nvSpPr>
        <p:spPr/>
        <p:txBody>
          <a:bodyPr/>
          <a:lstStyle/>
          <a:p>
            <a:r>
              <a:rPr lang="en-US" dirty="0">
                <a:solidFill>
                  <a:srgbClr val="0070C0"/>
                </a:solidFill>
              </a:rPr>
              <a:t>Description</a:t>
            </a:r>
          </a:p>
        </p:txBody>
      </p:sp>
      <p:sp>
        <p:nvSpPr>
          <p:cNvPr id="3" name="Content Placeholder 2">
            <a:extLst>
              <a:ext uri="{FF2B5EF4-FFF2-40B4-BE49-F238E27FC236}">
                <a16:creationId xmlns:a16="http://schemas.microsoft.com/office/drawing/2014/main" id="{0811D659-5040-5B39-DE1C-08BFD717A8D7}"/>
              </a:ext>
            </a:extLst>
          </p:cNvPr>
          <p:cNvSpPr>
            <a:spLocks noGrp="1"/>
          </p:cNvSpPr>
          <p:nvPr>
            <p:ph idx="1"/>
          </p:nvPr>
        </p:nvSpPr>
        <p:spPr/>
        <p:txBody>
          <a:bodyPr>
            <a:normAutofit/>
          </a:bodyPr>
          <a:lstStyle/>
          <a:p>
            <a:pPr marL="0" indent="0">
              <a:lnSpc>
                <a:spcPct val="200000"/>
              </a:lnSpc>
              <a:buNone/>
            </a:pPr>
            <a:r>
              <a:rPr lang="en-US" sz="2000" dirty="0"/>
              <a:t>API consumers can get a quote and purchase car insurance products offered by Al Rajhi Takaful, which target individuals.</a:t>
            </a:r>
            <a:endParaRPr lang="ar-EG" sz="2000" dirty="0"/>
          </a:p>
          <a:p>
            <a:pPr marL="0" indent="0">
              <a:lnSpc>
                <a:spcPct val="200000"/>
              </a:lnSpc>
              <a:buNone/>
            </a:pPr>
            <a:r>
              <a:rPr lang="en-US" sz="2000" dirty="0"/>
              <a:t>Al Rajhi Takaful offers three insurance products for individuals: TPL, Smart and Comprehensive. These products differ in the benefits they offer.</a:t>
            </a:r>
          </a:p>
        </p:txBody>
      </p:sp>
    </p:spTree>
    <p:extLst>
      <p:ext uri="{BB962C8B-B14F-4D97-AF65-F5344CB8AC3E}">
        <p14:creationId xmlns:p14="http://schemas.microsoft.com/office/powerpoint/2010/main" val="144374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72E3-5260-2D7F-63F2-4E56E933D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90397-060F-63F0-2508-D8CF243FA684}"/>
              </a:ext>
            </a:extLst>
          </p:cNvPr>
          <p:cNvSpPr>
            <a:spLocks noGrp="1"/>
          </p:cNvSpPr>
          <p:nvPr>
            <p:ph type="title"/>
          </p:nvPr>
        </p:nvSpPr>
        <p:spPr/>
        <p:txBody>
          <a:bodyPr/>
          <a:lstStyle/>
          <a:p>
            <a:r>
              <a:rPr lang="en-US" dirty="0"/>
              <a:t>Key Features</a:t>
            </a:r>
          </a:p>
        </p:txBody>
      </p:sp>
      <p:graphicFrame>
        <p:nvGraphicFramePr>
          <p:cNvPr id="5" name="Content Placeholder 4">
            <a:extLst>
              <a:ext uri="{FF2B5EF4-FFF2-40B4-BE49-F238E27FC236}">
                <a16:creationId xmlns:a16="http://schemas.microsoft.com/office/drawing/2014/main" id="{877C3212-1D3B-54CC-85C6-9104CB826835}"/>
              </a:ext>
            </a:extLst>
          </p:cNvPr>
          <p:cNvGraphicFramePr>
            <a:graphicFrameLocks noGrp="1"/>
          </p:cNvGraphicFramePr>
          <p:nvPr>
            <p:ph idx="1"/>
            <p:extLst>
              <p:ext uri="{D42A27DB-BD31-4B8C-83A1-F6EECF244321}">
                <p14:modId xmlns:p14="http://schemas.microsoft.com/office/powerpoint/2010/main" val="1228362388"/>
              </p:ext>
            </p:extLst>
          </p:nvPr>
        </p:nvGraphicFramePr>
        <p:xfrm>
          <a:off x="838200" y="1404431"/>
          <a:ext cx="11039168" cy="4607284"/>
        </p:xfrm>
        <a:graphic>
          <a:graphicData uri="http://schemas.openxmlformats.org/drawingml/2006/table">
            <a:tbl>
              <a:tblPr firstRow="1" bandRow="1">
                <a:tableStyleId>{5940675A-B579-460E-94D1-54222C63F5DA}</a:tableStyleId>
              </a:tblPr>
              <a:tblGrid>
                <a:gridCol w="3816486">
                  <a:extLst>
                    <a:ext uri="{9D8B030D-6E8A-4147-A177-3AD203B41FA5}">
                      <a16:colId xmlns:a16="http://schemas.microsoft.com/office/drawing/2014/main" val="1477707825"/>
                    </a:ext>
                  </a:extLst>
                </a:gridCol>
                <a:gridCol w="7222682">
                  <a:extLst>
                    <a:ext uri="{9D8B030D-6E8A-4147-A177-3AD203B41FA5}">
                      <a16:colId xmlns:a16="http://schemas.microsoft.com/office/drawing/2014/main" val="2709768557"/>
                    </a:ext>
                  </a:extLst>
                </a:gridCol>
              </a:tblGrid>
              <a:tr h="441684">
                <a:tc>
                  <a:txBody>
                    <a:bodyPr/>
                    <a:lstStyle/>
                    <a:p>
                      <a:pPr marL="0" marR="0" algn="ctr">
                        <a:buNone/>
                      </a:pPr>
                      <a:r>
                        <a:rPr lang="en-US" sz="1800" b="1" dirty="0">
                          <a:solidFill>
                            <a:srgbClr val="000000"/>
                          </a:solidFill>
                          <a:effectLst/>
                          <a:latin typeface="+mn-lt"/>
                        </a:rPr>
                        <a:t>API Name</a:t>
                      </a:r>
                      <a:endParaRPr lang="en-US" sz="1800" dirty="0">
                        <a:effectLst/>
                        <a:latin typeface="+mn-lt"/>
                        <a:ea typeface="Calibri" panose="020F0502020204030204" pitchFamily="34" charset="0"/>
                      </a:endParaRPr>
                    </a:p>
                  </a:txBody>
                  <a:tcPr marL="68580" marR="68580" marT="0" marB="0"/>
                </a:tc>
                <a:tc>
                  <a:txBody>
                    <a:bodyPr/>
                    <a:lstStyle/>
                    <a:p>
                      <a:pPr marL="0" marR="0" algn="ctr">
                        <a:buNone/>
                      </a:pPr>
                      <a:r>
                        <a:rPr lang="en-US" sz="1800" b="1" dirty="0">
                          <a:solidFill>
                            <a:srgbClr val="000000"/>
                          </a:solidFill>
                          <a:effectLst/>
                          <a:latin typeface="+mn-lt"/>
                        </a:rPr>
                        <a:t>Functional Description </a:t>
                      </a:r>
                      <a:endParaRPr lang="en-US" sz="1800" dirty="0">
                        <a:effectLst/>
                        <a:latin typeface="+mn-lt"/>
                        <a:ea typeface="Calibri" panose="020F0502020204030204" pitchFamily="34" charset="0"/>
                      </a:endParaRPr>
                    </a:p>
                  </a:txBody>
                  <a:tcPr marL="68580" marR="68580" marT="0" marB="0"/>
                </a:tc>
                <a:extLst>
                  <a:ext uri="{0D108BD9-81ED-4DB2-BD59-A6C34878D82A}">
                    <a16:rowId xmlns:a16="http://schemas.microsoft.com/office/drawing/2014/main" val="2299170374"/>
                  </a:ext>
                </a:extLst>
              </a:tr>
              <a:tr h="335280">
                <a:tc>
                  <a:txBody>
                    <a:bodyPr/>
                    <a:lstStyle/>
                    <a:p>
                      <a:pPr marL="0" marR="0">
                        <a:buNone/>
                      </a:pPr>
                      <a:r>
                        <a:rPr lang="en-US" sz="1600" dirty="0"/>
                        <a:t>List Motor Products</a:t>
                      </a:r>
                      <a:endParaRPr lang="en-US" sz="1600" dirty="0">
                        <a:effectLst/>
                        <a:latin typeface="+mn-lt"/>
                        <a:ea typeface="Calibri" panose="020F0502020204030204" pitchFamily="34" charset="0"/>
                      </a:endParaRPr>
                    </a:p>
                  </a:txBody>
                  <a:tcPr marL="68580" marR="68580" marT="0" marB="0"/>
                </a:tc>
                <a:tc>
                  <a:txBody>
                    <a:bodyPr/>
                    <a:lstStyle/>
                    <a:p>
                      <a:r>
                        <a:rPr lang="en-US" sz="1600" b="0" i="0" kern="1200" dirty="0">
                          <a:solidFill>
                            <a:schemeClr val="tx1"/>
                          </a:solidFill>
                          <a:effectLst/>
                          <a:latin typeface="+mn-lt"/>
                          <a:ea typeface="+mn-ea"/>
                          <a:cs typeface="+mn-cs"/>
                        </a:rPr>
                        <a:t>This API is used to get the LOVs for the products available from ART with the basic coverage and the allowed coverages (Addons) for that product.</a:t>
                      </a:r>
                    </a:p>
                  </a:txBody>
                  <a:tcPr marL="68580" marR="68580" marT="0" marB="0"/>
                </a:tc>
                <a:extLst>
                  <a:ext uri="{0D108BD9-81ED-4DB2-BD59-A6C34878D82A}">
                    <a16:rowId xmlns:a16="http://schemas.microsoft.com/office/drawing/2014/main" val="3747152080"/>
                  </a:ext>
                </a:extLst>
              </a:tr>
              <a:tr h="284480">
                <a:tc>
                  <a:txBody>
                    <a:bodyPr/>
                    <a:lstStyle/>
                    <a:p>
                      <a:pPr marL="0" marR="0">
                        <a:buNone/>
                      </a:pPr>
                      <a:r>
                        <a:rPr lang="en-US" sz="1600" dirty="0"/>
                        <a:t>Create Quotation</a:t>
                      </a:r>
                      <a:endParaRPr lang="en-US" sz="1600" dirty="0">
                        <a:effectLst/>
                        <a:latin typeface="+mn-lt"/>
                        <a:ea typeface="Calibri" panose="020F0502020204030204" pitchFamily="34" charset="0"/>
                      </a:endParaRPr>
                    </a:p>
                  </a:txBody>
                  <a:tcPr marL="68580" marR="68580" marT="0" marB="0"/>
                </a:tc>
                <a:tc>
                  <a:txBody>
                    <a:bodyPr/>
                    <a:lstStyle/>
                    <a:p>
                      <a:r>
                        <a:rPr lang="en-US" sz="1600" b="0" i="0" kern="1200" dirty="0">
                          <a:solidFill>
                            <a:schemeClr val="tx1"/>
                          </a:solidFill>
                          <a:effectLst/>
                          <a:latin typeface="+mn-lt"/>
                          <a:ea typeface="+mn-ea"/>
                          <a:cs typeface="+mn-cs"/>
                        </a:rPr>
                        <a:t>A service that allows users or systems to generate insurance premium quotes for vehicles by providing necessary inputs like vehicle details, owner information, and policy preferences</a:t>
                      </a:r>
                    </a:p>
                  </a:txBody>
                  <a:tcPr marL="68580" marR="68580" marT="0" marB="0"/>
                </a:tc>
                <a:extLst>
                  <a:ext uri="{0D108BD9-81ED-4DB2-BD59-A6C34878D82A}">
                    <a16:rowId xmlns:a16="http://schemas.microsoft.com/office/drawing/2014/main" val="246891102"/>
                  </a:ext>
                </a:extLst>
              </a:tr>
              <a:tr h="284480">
                <a:tc>
                  <a:txBody>
                    <a:bodyPr/>
                    <a:lstStyle/>
                    <a:p>
                      <a:pPr marL="0" marR="0">
                        <a:buNone/>
                      </a:pPr>
                      <a:r>
                        <a:rPr lang="en-US" sz="1800" b="0" i="0" kern="1200" dirty="0">
                          <a:solidFill>
                            <a:schemeClr val="tx1"/>
                          </a:solidFill>
                          <a:effectLst/>
                          <a:latin typeface="+mn-lt"/>
                          <a:ea typeface="+mn-ea"/>
                          <a:cs typeface="+mn-cs"/>
                        </a:rPr>
                        <a:t>Add a new Combine Create Quotation</a:t>
                      </a:r>
                      <a:endParaRPr lang="en-US" sz="1600" dirty="0">
                        <a:effectLst/>
                        <a:latin typeface="+mn-lt"/>
                        <a:ea typeface="Calibri" panose="020F0502020204030204" pitchFamily="34" charset="0"/>
                      </a:endParaRPr>
                    </a:p>
                  </a:txBody>
                  <a:tcPr marL="68580" marR="68580" marT="0" marB="0"/>
                </a:tc>
                <a:tc>
                  <a:txBody>
                    <a:bodyPr/>
                    <a:lstStyle/>
                    <a:p>
                      <a:r>
                        <a:rPr lang="en-US" sz="1600" b="0" i="0" kern="1200" dirty="0">
                          <a:solidFill>
                            <a:schemeClr val="tx1"/>
                          </a:solidFill>
                          <a:effectLst/>
                          <a:latin typeface="+mn-lt"/>
                          <a:ea typeface="+mn-ea"/>
                          <a:cs typeface="+mn-cs"/>
                        </a:rPr>
                        <a:t>This API is used to add a new combined create Quotation; By calling it without insurance type id, you will receive the output of TPL and Comprehensive. When calling it with an insurance type id, you will receive the output of that type ID.</a:t>
                      </a:r>
                    </a:p>
                  </a:txBody>
                  <a:tcPr marL="68580" marR="68580" marT="0" marB="0"/>
                </a:tc>
                <a:extLst>
                  <a:ext uri="{0D108BD9-81ED-4DB2-BD59-A6C34878D82A}">
                    <a16:rowId xmlns:a16="http://schemas.microsoft.com/office/drawing/2014/main" val="1316520727"/>
                  </a:ext>
                </a:extLst>
              </a:tr>
              <a:tr h="355600">
                <a:tc>
                  <a:txBody>
                    <a:bodyPr/>
                    <a:lstStyle/>
                    <a:p>
                      <a:pPr marL="0" marR="0">
                        <a:buNone/>
                      </a:pPr>
                      <a:r>
                        <a:rPr lang="en-US" sz="1800" b="0" i="0" kern="1200" dirty="0">
                          <a:solidFill>
                            <a:schemeClr val="tx1"/>
                          </a:solidFill>
                          <a:effectLst/>
                          <a:latin typeface="+mn-lt"/>
                          <a:ea typeface="+mn-ea"/>
                          <a:cs typeface="+mn-cs"/>
                        </a:rPr>
                        <a:t>Create Draft Policy</a:t>
                      </a:r>
                      <a:endParaRPr lang="en-US" sz="1600" dirty="0">
                        <a:effectLst/>
                        <a:latin typeface="+mn-lt"/>
                        <a:ea typeface="Calibri" panose="020F0502020204030204" pitchFamily="34" charset="0"/>
                      </a:endParaRPr>
                    </a:p>
                  </a:txBody>
                  <a:tcPr marL="68580" marR="68580" marT="0" marB="0"/>
                </a:tc>
                <a:tc>
                  <a:txBody>
                    <a:bodyPr/>
                    <a:lstStyle/>
                    <a:p>
                      <a:r>
                        <a:rPr lang="en-US" sz="1600" b="0" i="0" kern="1200" dirty="0">
                          <a:solidFill>
                            <a:schemeClr val="tx1"/>
                          </a:solidFill>
                          <a:effectLst/>
                          <a:latin typeface="+mn-lt"/>
                          <a:ea typeface="+mn-ea"/>
                          <a:cs typeface="+mn-cs"/>
                        </a:rPr>
                        <a:t>A service where preliminary version of an insurance policy document created before the final issuance. It serves as a reference or proposal that outlines the terms, conditions, coverage, and premiums associated with the insurance agreement. A draft policy allows for review, validation, and potential adjustments before it becomes a binding document.</a:t>
                      </a:r>
                    </a:p>
                  </a:txBody>
                  <a:tcPr marL="68580" marR="68580" marT="0" marB="0"/>
                </a:tc>
                <a:extLst>
                  <a:ext uri="{0D108BD9-81ED-4DB2-BD59-A6C34878D82A}">
                    <a16:rowId xmlns:a16="http://schemas.microsoft.com/office/drawing/2014/main" val="4030589936"/>
                  </a:ext>
                </a:extLst>
              </a:tr>
              <a:tr h="325120">
                <a:tc>
                  <a:txBody>
                    <a:bodyPr/>
                    <a:lstStyle/>
                    <a:p>
                      <a:pPr marL="0" marR="0">
                        <a:buNone/>
                      </a:pPr>
                      <a:r>
                        <a:rPr lang="en-US" sz="1800" b="0" i="0" kern="1200" dirty="0">
                          <a:solidFill>
                            <a:schemeClr val="tx1"/>
                          </a:solidFill>
                          <a:effectLst/>
                          <a:latin typeface="+mn-lt"/>
                          <a:ea typeface="+mn-ea"/>
                          <a:cs typeface="+mn-cs"/>
                        </a:rPr>
                        <a:t>Purchase Notification</a:t>
                      </a:r>
                      <a:endParaRPr lang="en-US" sz="1600" dirty="0">
                        <a:effectLst/>
                        <a:latin typeface="+mn-lt"/>
                        <a:ea typeface="Calibri" panose="020F0502020204030204" pitchFamily="34" charset="0"/>
                      </a:endParaRPr>
                    </a:p>
                  </a:txBody>
                  <a:tcPr marL="68580" marR="68580" marT="0" marB="0"/>
                </a:tc>
                <a:tc>
                  <a:txBody>
                    <a:bodyPr/>
                    <a:lstStyle/>
                    <a:p>
                      <a:r>
                        <a:rPr lang="en-US" sz="1400" b="0" i="0" kern="1200" dirty="0">
                          <a:solidFill>
                            <a:schemeClr val="tx1"/>
                          </a:solidFill>
                          <a:effectLst/>
                          <a:latin typeface="+mn-lt"/>
                          <a:ea typeface="+mn-ea"/>
                          <a:cs typeface="+mn-cs"/>
                        </a:rPr>
                        <a:t>Consumer uses this method to Notify ART with a confirmation of policy purchase status (Success Payment or Cancel Policy).</a:t>
                      </a:r>
                      <a:endParaRPr lang="en-US" sz="1400" dirty="0">
                        <a:effectLst/>
                        <a:latin typeface="+mn-lt"/>
                        <a:ea typeface="Calibri" panose="020F0502020204030204" pitchFamily="34" charset="0"/>
                      </a:endParaRPr>
                    </a:p>
                  </a:txBody>
                  <a:tcPr marL="68580" marR="68580" marT="0" marB="0"/>
                </a:tc>
                <a:extLst>
                  <a:ext uri="{0D108BD9-81ED-4DB2-BD59-A6C34878D82A}">
                    <a16:rowId xmlns:a16="http://schemas.microsoft.com/office/drawing/2014/main" val="1733712677"/>
                  </a:ext>
                </a:extLst>
              </a:tr>
              <a:tr h="284480">
                <a:tc>
                  <a:txBody>
                    <a:bodyPr/>
                    <a:lstStyle/>
                    <a:p>
                      <a:pPr marL="0" marR="0">
                        <a:buNone/>
                      </a:pPr>
                      <a:r>
                        <a:rPr lang="en-US" sz="1800" b="0" i="0" kern="1200" dirty="0">
                          <a:solidFill>
                            <a:schemeClr val="tx1"/>
                          </a:solidFill>
                          <a:effectLst/>
                          <a:latin typeface="+mn-lt"/>
                          <a:ea typeface="+mn-ea"/>
                          <a:cs typeface="+mn-cs"/>
                        </a:rPr>
                        <a:t>List all policies</a:t>
                      </a:r>
                      <a:endParaRPr lang="en-US" sz="1600" dirty="0">
                        <a:effectLst/>
                        <a:latin typeface="+mn-lt"/>
                        <a:ea typeface="Calibri" panose="020F0502020204030204" pitchFamily="34" charset="0"/>
                      </a:endParaRPr>
                    </a:p>
                  </a:txBody>
                  <a:tcPr marL="68580" marR="68580" marT="0" marB="0"/>
                </a:tc>
                <a:tc>
                  <a:txBody>
                    <a:bodyPr/>
                    <a:lstStyle/>
                    <a:p>
                      <a:r>
                        <a:rPr lang="en-US" sz="1400" b="0" i="0" kern="1200" dirty="0">
                          <a:solidFill>
                            <a:schemeClr val="tx1"/>
                          </a:solidFill>
                          <a:effectLst/>
                          <a:latin typeface="+mn-lt"/>
                          <a:ea typeface="+mn-ea"/>
                          <a:cs typeface="+mn-cs"/>
                        </a:rPr>
                        <a:t>This API is used to list all policies .</a:t>
                      </a:r>
                      <a:endParaRPr lang="en-US" sz="1400" dirty="0">
                        <a:effectLst/>
                        <a:latin typeface="+mn-lt"/>
                        <a:ea typeface="Calibri" panose="020F0502020204030204" pitchFamily="34" charset="0"/>
                      </a:endParaRPr>
                    </a:p>
                  </a:txBody>
                  <a:tcPr marL="68580" marR="68580" marT="0" marB="0"/>
                </a:tc>
                <a:extLst>
                  <a:ext uri="{0D108BD9-81ED-4DB2-BD59-A6C34878D82A}">
                    <a16:rowId xmlns:a16="http://schemas.microsoft.com/office/drawing/2014/main" val="4104263916"/>
                  </a:ext>
                </a:extLst>
              </a:tr>
              <a:tr h="284480">
                <a:tc>
                  <a:txBody>
                    <a:bodyPr/>
                    <a:lstStyle/>
                    <a:p>
                      <a:pPr marL="0" marR="0">
                        <a:buNone/>
                      </a:pPr>
                      <a:r>
                        <a:rPr lang="en-US" sz="1800" b="0" i="0" kern="1200" dirty="0">
                          <a:solidFill>
                            <a:schemeClr val="tx1"/>
                          </a:solidFill>
                          <a:effectLst/>
                          <a:latin typeface="+mn-lt"/>
                          <a:ea typeface="+mn-ea"/>
                          <a:cs typeface="+mn-cs"/>
                        </a:rPr>
                        <a:t>Policy Renewal</a:t>
                      </a:r>
                      <a:endParaRPr lang="en-US" sz="1600" dirty="0">
                        <a:effectLst/>
                        <a:latin typeface="+mn-lt"/>
                        <a:ea typeface="Calibri" panose="020F0502020204030204" pitchFamily="34" charset="0"/>
                      </a:endParaRPr>
                    </a:p>
                  </a:txBody>
                  <a:tcPr marL="68580" marR="68580" marT="0" marB="0"/>
                </a:tc>
                <a:tc>
                  <a:txBody>
                    <a:bodyPr/>
                    <a:lstStyle/>
                    <a:p>
                      <a:r>
                        <a:rPr lang="en-US" sz="1400" b="0" i="0" kern="1200" dirty="0">
                          <a:solidFill>
                            <a:schemeClr val="tx1"/>
                          </a:solidFill>
                          <a:effectLst/>
                          <a:latin typeface="+mn-lt"/>
                          <a:ea typeface="+mn-ea"/>
                          <a:cs typeface="+mn-cs"/>
                        </a:rPr>
                        <a:t>This API is used to Policy Renewal .</a:t>
                      </a:r>
                    </a:p>
                  </a:txBody>
                  <a:tcPr marL="68580" marR="68580" marT="0" marB="0"/>
                </a:tc>
                <a:extLst>
                  <a:ext uri="{0D108BD9-81ED-4DB2-BD59-A6C34878D82A}">
                    <a16:rowId xmlns:a16="http://schemas.microsoft.com/office/drawing/2014/main" val="1847277382"/>
                  </a:ext>
                </a:extLst>
              </a:tr>
            </a:tbl>
          </a:graphicData>
        </a:graphic>
      </p:graphicFrame>
    </p:spTree>
    <p:extLst>
      <p:ext uri="{BB962C8B-B14F-4D97-AF65-F5344CB8AC3E}">
        <p14:creationId xmlns:p14="http://schemas.microsoft.com/office/powerpoint/2010/main" val="2929039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96B1-B1FE-2029-A7C6-3F1E9A3B4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74676-FDF7-BB25-5773-70222C808011}"/>
              </a:ext>
            </a:extLst>
          </p:cNvPr>
          <p:cNvSpPr>
            <a:spLocks noGrp="1"/>
          </p:cNvSpPr>
          <p:nvPr>
            <p:ph type="title"/>
          </p:nvPr>
        </p:nvSpPr>
        <p:spPr/>
        <p:txBody>
          <a:bodyPr/>
          <a:lstStyle/>
          <a:p>
            <a:r>
              <a:rPr lang="en-US" dirty="0"/>
              <a:t>Use Cases</a:t>
            </a:r>
          </a:p>
        </p:txBody>
      </p:sp>
      <p:graphicFrame>
        <p:nvGraphicFramePr>
          <p:cNvPr id="4" name="Content Placeholder 3">
            <a:extLst>
              <a:ext uri="{FF2B5EF4-FFF2-40B4-BE49-F238E27FC236}">
                <a16:creationId xmlns:a16="http://schemas.microsoft.com/office/drawing/2014/main" id="{BACED4B2-2167-A6C1-8346-4FB7927CDC86}"/>
              </a:ext>
            </a:extLst>
          </p:cNvPr>
          <p:cNvGraphicFramePr>
            <a:graphicFrameLocks noGrp="1"/>
          </p:cNvGraphicFramePr>
          <p:nvPr>
            <p:ph idx="1"/>
            <p:extLst>
              <p:ext uri="{D42A27DB-BD31-4B8C-83A1-F6EECF244321}">
                <p14:modId xmlns:p14="http://schemas.microsoft.com/office/powerpoint/2010/main" val="2601108934"/>
              </p:ext>
            </p:extLst>
          </p:nvPr>
        </p:nvGraphicFramePr>
        <p:xfrm>
          <a:off x="926690" y="13340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042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9162-875C-FFF4-4261-CF5237B0E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30B28-3C7E-1574-E5CC-A63F8B26054D}"/>
              </a:ext>
            </a:extLst>
          </p:cNvPr>
          <p:cNvSpPr>
            <a:spLocks noGrp="1"/>
          </p:cNvSpPr>
          <p:nvPr>
            <p:ph type="title"/>
          </p:nvPr>
        </p:nvSpPr>
        <p:spPr>
          <a:xfrm>
            <a:off x="759542" y="207809"/>
            <a:ext cx="10515600" cy="568939"/>
          </a:xfrm>
        </p:spPr>
        <p:txBody>
          <a:bodyPr>
            <a:normAutofit fontScale="90000"/>
          </a:bodyPr>
          <a:lstStyle/>
          <a:p>
            <a:r>
              <a:rPr lang="en-US" dirty="0"/>
              <a:t>Inputs / Outputs Samples</a:t>
            </a:r>
          </a:p>
        </p:txBody>
      </p:sp>
      <p:graphicFrame>
        <p:nvGraphicFramePr>
          <p:cNvPr id="5" name="Content Placeholder 4">
            <a:extLst>
              <a:ext uri="{FF2B5EF4-FFF2-40B4-BE49-F238E27FC236}">
                <a16:creationId xmlns:a16="http://schemas.microsoft.com/office/drawing/2014/main" id="{E235C0AD-8DF1-6050-F5CD-77C452370974}"/>
              </a:ext>
            </a:extLst>
          </p:cNvPr>
          <p:cNvGraphicFramePr>
            <a:graphicFrameLocks noGrp="1"/>
          </p:cNvGraphicFramePr>
          <p:nvPr>
            <p:ph idx="1"/>
            <p:extLst>
              <p:ext uri="{D42A27DB-BD31-4B8C-83A1-F6EECF244321}">
                <p14:modId xmlns:p14="http://schemas.microsoft.com/office/powerpoint/2010/main" val="3733604894"/>
              </p:ext>
            </p:extLst>
          </p:nvPr>
        </p:nvGraphicFramePr>
        <p:xfrm>
          <a:off x="665480" y="901065"/>
          <a:ext cx="10515597" cy="526288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3035018918"/>
                    </a:ext>
                  </a:extLst>
                </a:gridCol>
                <a:gridCol w="3505199">
                  <a:extLst>
                    <a:ext uri="{9D8B030D-6E8A-4147-A177-3AD203B41FA5}">
                      <a16:colId xmlns:a16="http://schemas.microsoft.com/office/drawing/2014/main" val="1151676185"/>
                    </a:ext>
                  </a:extLst>
                </a:gridCol>
                <a:gridCol w="3505199">
                  <a:extLst>
                    <a:ext uri="{9D8B030D-6E8A-4147-A177-3AD203B41FA5}">
                      <a16:colId xmlns:a16="http://schemas.microsoft.com/office/drawing/2014/main" val="3356179455"/>
                    </a:ext>
                  </a:extLst>
                </a:gridCol>
              </a:tblGrid>
              <a:tr h="370840">
                <a:tc>
                  <a:txBody>
                    <a:bodyPr/>
                    <a:lstStyle/>
                    <a:p>
                      <a:pPr marL="0" marR="0" algn="ctr">
                        <a:buNone/>
                      </a:pPr>
                      <a:r>
                        <a:rPr lang="en-US" sz="1800" b="1" dirty="0">
                          <a:solidFill>
                            <a:srgbClr val="000000"/>
                          </a:solidFill>
                          <a:effectLst/>
                        </a:rPr>
                        <a:t>API Name</a:t>
                      </a:r>
                      <a:endParaRPr lang="en-US" sz="1800" b="1" dirty="0">
                        <a:effectLst/>
                        <a:latin typeface="+mn-lt"/>
                        <a:ea typeface="Calibri" panose="020F0502020204030204" pitchFamily="34" charset="0"/>
                      </a:endParaRPr>
                    </a:p>
                  </a:txBody>
                  <a:tcPr marL="68580" marR="68580" marT="0" marB="0"/>
                </a:tc>
                <a:tc>
                  <a:txBody>
                    <a:bodyPr/>
                    <a:lstStyle/>
                    <a:p>
                      <a:pPr algn="ctr"/>
                      <a:r>
                        <a:rPr lang="en-US" b="1" dirty="0"/>
                        <a:t>Inputs </a:t>
                      </a:r>
                    </a:p>
                  </a:txBody>
                  <a:tcPr/>
                </a:tc>
                <a:tc>
                  <a:txBody>
                    <a:bodyPr/>
                    <a:lstStyle/>
                    <a:p>
                      <a:pPr algn="ctr"/>
                      <a:r>
                        <a:rPr lang="en-US" b="1" dirty="0"/>
                        <a:t>Outputs</a:t>
                      </a:r>
                    </a:p>
                  </a:txBody>
                  <a:tcPr/>
                </a:tc>
                <a:extLst>
                  <a:ext uri="{0D108BD9-81ED-4DB2-BD59-A6C34878D82A}">
                    <a16:rowId xmlns:a16="http://schemas.microsoft.com/office/drawing/2014/main" val="165551087"/>
                  </a:ext>
                </a:extLst>
              </a:tr>
              <a:tr h="370840">
                <a:tc>
                  <a:txBody>
                    <a:bodyPr/>
                    <a:lstStyle/>
                    <a:p>
                      <a:pPr marL="0" marR="0">
                        <a:buNone/>
                      </a:pPr>
                      <a:r>
                        <a:rPr lang="en-US" sz="1600" dirty="0"/>
                        <a:t>List Motor Products</a:t>
                      </a:r>
                      <a:endParaRPr lang="en-US" sz="1600" dirty="0">
                        <a:effectLst/>
                        <a:latin typeface="+mn-lt"/>
                        <a:ea typeface="Calibri" panose="020F0502020204030204" pitchFamily="34" charset="0"/>
                      </a:endParaRPr>
                    </a:p>
                  </a:txBody>
                  <a:tcPr marL="68580" marR="68580" marT="0" marB="0"/>
                </a:tc>
                <a:tc>
                  <a:txBody>
                    <a:bodyPr/>
                    <a:lstStyle/>
                    <a:p>
                      <a:r>
                        <a:rPr lang="en-US" sz="1600" dirty="0"/>
                        <a:t>Customer Type Id</a:t>
                      </a:r>
                    </a:p>
                  </a:txBody>
                  <a:tcPr/>
                </a:tc>
                <a:tc>
                  <a:txBody>
                    <a:bodyPr/>
                    <a:lstStyle/>
                    <a:p>
                      <a:r>
                        <a:rPr lang="en-US" sz="1600" dirty="0"/>
                        <a:t>List of Products with their Coverages </a:t>
                      </a:r>
                    </a:p>
                  </a:txBody>
                  <a:tcPr/>
                </a:tc>
                <a:extLst>
                  <a:ext uri="{0D108BD9-81ED-4DB2-BD59-A6C34878D82A}">
                    <a16:rowId xmlns:a16="http://schemas.microsoft.com/office/drawing/2014/main" val="2763739271"/>
                  </a:ext>
                </a:extLst>
              </a:tr>
              <a:tr h="370840">
                <a:tc>
                  <a:txBody>
                    <a:bodyPr/>
                    <a:lstStyle/>
                    <a:p>
                      <a:pPr marL="0" marR="0">
                        <a:buNone/>
                      </a:pPr>
                      <a:r>
                        <a:rPr lang="en-US" sz="1600" dirty="0"/>
                        <a:t>Create Quotation</a:t>
                      </a:r>
                      <a:endParaRPr lang="en-US" sz="1600" dirty="0">
                        <a:effectLst/>
                        <a:latin typeface="+mn-lt"/>
                        <a:ea typeface="Calibri" panose="020F0502020204030204" pitchFamily="34" charset="0"/>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Car Owner Details - Drivers Details - Vehicle Information</a:t>
                      </a:r>
                      <a:endParaRPr lang="en-US" sz="1600" b="0" dirty="0"/>
                    </a:p>
                  </a:txBody>
                  <a:tcPr/>
                </a:tc>
                <a:tc>
                  <a:txBody>
                    <a:bodyPr/>
                    <a:lstStyle/>
                    <a:p>
                      <a:r>
                        <a:rPr lang="en-US" sz="1600" dirty="0"/>
                        <a:t>- List of Premiums (Prices) according to deductibles - List of Coverages with its premium – min liability &amp; max liability</a:t>
                      </a:r>
                      <a:endParaRPr lang="en-US" sz="1600" b="0" dirty="0"/>
                    </a:p>
                  </a:txBody>
                  <a:tcPr/>
                </a:tc>
                <a:extLst>
                  <a:ext uri="{0D108BD9-81ED-4DB2-BD59-A6C34878D82A}">
                    <a16:rowId xmlns:a16="http://schemas.microsoft.com/office/drawing/2014/main" val="898130892"/>
                  </a:ext>
                </a:extLst>
              </a:tr>
              <a:tr h="370840">
                <a:tc>
                  <a:txBody>
                    <a:bodyPr/>
                    <a:lstStyle/>
                    <a:p>
                      <a:pPr marL="0" marR="0">
                        <a:buNone/>
                      </a:pPr>
                      <a:r>
                        <a:rPr lang="en-US" sz="1800" b="0" i="0" kern="1200" dirty="0">
                          <a:solidFill>
                            <a:schemeClr val="tx1"/>
                          </a:solidFill>
                          <a:effectLst/>
                          <a:latin typeface="+mn-lt"/>
                          <a:ea typeface="+mn-ea"/>
                          <a:cs typeface="+mn-cs"/>
                        </a:rPr>
                        <a:t>Add a new Combine Create Quotation</a:t>
                      </a:r>
                      <a:endParaRPr lang="en-US" sz="1600" dirty="0">
                        <a:effectLst/>
                        <a:latin typeface="+mn-lt"/>
                        <a:ea typeface="Calibri" panose="020F0502020204030204" pitchFamily="34" charset="0"/>
                      </a:endParaRPr>
                    </a:p>
                  </a:txBody>
                  <a:tcPr marL="68580" marR="68580" marT="0" marB="0"/>
                </a:tc>
                <a:tc>
                  <a:txBody>
                    <a:bodyPr/>
                    <a:lstStyle/>
                    <a:p>
                      <a:r>
                        <a:rPr lang="en-US" sz="1600" dirty="0"/>
                        <a:t>Car Owner Details - Chosen Product - Drivers Details - Vehicle Information -insurance type ID: 1-TPL 2- Comprehensive</a:t>
                      </a:r>
                    </a:p>
                  </a:txBody>
                  <a:tcPr/>
                </a:tc>
                <a:tc>
                  <a:txBody>
                    <a:bodyPr/>
                    <a:lstStyle/>
                    <a:p>
                      <a:r>
                        <a:rPr lang="en-US" sz="1600" dirty="0"/>
                        <a:t>Prices according to deductibles - List of Coverages with its premium – min liability &amp; max liability</a:t>
                      </a:r>
                    </a:p>
                  </a:txBody>
                  <a:tcPr/>
                </a:tc>
                <a:extLst>
                  <a:ext uri="{0D108BD9-81ED-4DB2-BD59-A6C34878D82A}">
                    <a16:rowId xmlns:a16="http://schemas.microsoft.com/office/drawing/2014/main" val="1639696108"/>
                  </a:ext>
                </a:extLst>
              </a:tr>
              <a:tr h="370840">
                <a:tc>
                  <a:txBody>
                    <a:bodyPr/>
                    <a:lstStyle/>
                    <a:p>
                      <a:pPr marL="0" marR="0">
                        <a:buNone/>
                      </a:pPr>
                      <a:r>
                        <a:rPr lang="en-US" sz="1800" b="0" i="0" kern="1200" dirty="0">
                          <a:solidFill>
                            <a:schemeClr val="tx1"/>
                          </a:solidFill>
                          <a:effectLst/>
                          <a:latin typeface="+mn-lt"/>
                          <a:ea typeface="+mn-ea"/>
                          <a:cs typeface="+mn-cs"/>
                        </a:rPr>
                        <a:t>Create Draft Policy</a:t>
                      </a:r>
                      <a:endParaRPr lang="en-US" sz="1600" dirty="0">
                        <a:effectLst/>
                        <a:latin typeface="+mn-lt"/>
                        <a:ea typeface="Calibri" panose="020F0502020204030204" pitchFamily="34" charset="0"/>
                      </a:endParaRPr>
                    </a:p>
                  </a:txBody>
                  <a:tcPr marL="68580" marR="68580" marT="0" marB="0"/>
                </a:tc>
                <a:tc>
                  <a:txBody>
                    <a:bodyPr/>
                    <a:lstStyle/>
                    <a:p>
                      <a:r>
                        <a:rPr lang="en-US" sz="1600" dirty="0"/>
                        <a:t>Request Reference Number – Quotation Reference Number – Deductible Reference Number - Policy Premium Coverages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mn-lt"/>
                          <a:ea typeface="+mn-ea"/>
                          <a:cs typeface="+mn-cs"/>
                        </a:rPr>
                        <a:t>Policy Reference Number, Policy Details</a:t>
                      </a:r>
                    </a:p>
                    <a:p>
                      <a:endParaRPr lang="en-US" sz="1600" dirty="0"/>
                    </a:p>
                  </a:txBody>
                  <a:tcPr/>
                </a:tc>
                <a:extLst>
                  <a:ext uri="{0D108BD9-81ED-4DB2-BD59-A6C34878D82A}">
                    <a16:rowId xmlns:a16="http://schemas.microsoft.com/office/drawing/2014/main" val="579666345"/>
                  </a:ext>
                </a:extLst>
              </a:tr>
              <a:tr h="370840">
                <a:tc>
                  <a:txBody>
                    <a:bodyPr/>
                    <a:lstStyle/>
                    <a:p>
                      <a:pPr marL="0" marR="0">
                        <a:buNone/>
                      </a:pPr>
                      <a:r>
                        <a:rPr lang="en-US" sz="1600" b="0" i="0" kern="1200" dirty="0">
                          <a:solidFill>
                            <a:schemeClr val="tx1"/>
                          </a:solidFill>
                          <a:effectLst/>
                          <a:latin typeface="+mn-lt"/>
                          <a:ea typeface="+mn-ea"/>
                          <a:cs typeface="+mn-cs"/>
                        </a:rPr>
                        <a:t>Purchase Notification</a:t>
                      </a:r>
                      <a:endParaRPr lang="en-US" sz="1600" dirty="0">
                        <a:effectLst/>
                        <a:latin typeface="+mn-lt"/>
                        <a:ea typeface="Calibri" panose="020F0502020204030204" pitchFamily="34" charset="0"/>
                      </a:endParaRPr>
                    </a:p>
                  </a:txBody>
                  <a:tcPr marL="68580" marR="68580" marT="0" marB="0"/>
                </a:tc>
                <a:tc>
                  <a:txBody>
                    <a:bodyPr/>
                    <a:lstStyle/>
                    <a:p>
                      <a:r>
                        <a:rPr lang="en-US" sz="1600" dirty="0"/>
                        <a:t>Policy Number</a:t>
                      </a:r>
                    </a:p>
                  </a:txBody>
                  <a:tcPr/>
                </a:tc>
                <a:tc>
                  <a:txBody>
                    <a:bodyPr/>
                    <a:lstStyle/>
                    <a:p>
                      <a:r>
                        <a:rPr lang="en-US" sz="1600" dirty="0"/>
                        <a:t>Policy Status</a:t>
                      </a:r>
                    </a:p>
                  </a:txBody>
                  <a:tcPr/>
                </a:tc>
                <a:extLst>
                  <a:ext uri="{0D108BD9-81ED-4DB2-BD59-A6C34878D82A}">
                    <a16:rowId xmlns:a16="http://schemas.microsoft.com/office/drawing/2014/main" val="2218412588"/>
                  </a:ext>
                </a:extLst>
              </a:tr>
              <a:tr h="370840">
                <a:tc>
                  <a:txBody>
                    <a:bodyPr/>
                    <a:lstStyle/>
                    <a:p>
                      <a:pPr marL="0" marR="0">
                        <a:buNone/>
                      </a:pPr>
                      <a:r>
                        <a:rPr lang="en-US" sz="1600" b="0" i="0" kern="1200" dirty="0">
                          <a:solidFill>
                            <a:schemeClr val="tx1"/>
                          </a:solidFill>
                          <a:effectLst/>
                          <a:latin typeface="+mn-lt"/>
                          <a:ea typeface="+mn-ea"/>
                          <a:cs typeface="+mn-cs"/>
                        </a:rPr>
                        <a:t>List all policies</a:t>
                      </a:r>
                      <a:endParaRPr lang="en-US" sz="1600" dirty="0">
                        <a:effectLst/>
                        <a:latin typeface="+mn-lt"/>
                        <a:ea typeface="Calibri" panose="020F0502020204030204" pitchFamily="34" charset="0"/>
                      </a:endParaRPr>
                    </a:p>
                  </a:txBody>
                  <a:tcPr marL="68580" marR="68580" marT="0" marB="0"/>
                </a:tc>
                <a:tc>
                  <a:txBody>
                    <a:bodyPr/>
                    <a:lstStyle/>
                    <a:p>
                      <a:r>
                        <a:rPr lang="en-US" sz="1600" dirty="0"/>
                        <a:t>POI Number</a:t>
                      </a:r>
                    </a:p>
                  </a:txBody>
                  <a:tcPr/>
                </a:tc>
                <a:tc>
                  <a:txBody>
                    <a:bodyPr/>
                    <a:lstStyle/>
                    <a:p>
                      <a:r>
                        <a:rPr lang="en-US" sz="1600" dirty="0"/>
                        <a:t>Policy Details</a:t>
                      </a:r>
                    </a:p>
                  </a:txBody>
                  <a:tcPr/>
                </a:tc>
                <a:extLst>
                  <a:ext uri="{0D108BD9-81ED-4DB2-BD59-A6C34878D82A}">
                    <a16:rowId xmlns:a16="http://schemas.microsoft.com/office/drawing/2014/main" val="1975410064"/>
                  </a:ext>
                </a:extLst>
              </a:tr>
              <a:tr h="370840">
                <a:tc>
                  <a:txBody>
                    <a:bodyPr/>
                    <a:lstStyle/>
                    <a:p>
                      <a:pPr marL="0" marR="0">
                        <a:buNone/>
                      </a:pPr>
                      <a:r>
                        <a:rPr lang="en-US" sz="1600" b="0" i="0" kern="1200" dirty="0">
                          <a:solidFill>
                            <a:schemeClr val="tx1"/>
                          </a:solidFill>
                          <a:effectLst/>
                          <a:latin typeface="+mn-lt"/>
                          <a:ea typeface="+mn-ea"/>
                          <a:cs typeface="+mn-cs"/>
                        </a:rPr>
                        <a:t>Policy Renewal</a:t>
                      </a:r>
                      <a:endParaRPr lang="en-US" sz="1600" dirty="0">
                        <a:effectLst/>
                        <a:latin typeface="+mn-lt"/>
                        <a:ea typeface="Calibri" panose="020F0502020204030204" pitchFamily="34" charset="0"/>
                      </a:endParaRPr>
                    </a:p>
                  </a:txBody>
                  <a:tcPr marL="68580" marR="68580" marT="0" marB="0"/>
                </a:tc>
                <a:tc>
                  <a:txBody>
                    <a:bodyPr/>
                    <a:lstStyle/>
                    <a:p>
                      <a:r>
                        <a:rPr lang="en-US" sz="1600" dirty="0"/>
                        <a:t>POI Number – Old Policy Id –Old Policy Number</a:t>
                      </a:r>
                    </a:p>
                  </a:txBody>
                  <a:tcPr/>
                </a:tc>
                <a:tc>
                  <a:txBody>
                    <a:bodyPr/>
                    <a:lstStyle/>
                    <a:p>
                      <a:r>
                        <a:rPr lang="en-US" sz="1600" dirty="0"/>
                        <a:t>Quotation Details, Policy Details</a:t>
                      </a:r>
                    </a:p>
                  </a:txBody>
                  <a:tcPr/>
                </a:tc>
                <a:extLst>
                  <a:ext uri="{0D108BD9-81ED-4DB2-BD59-A6C34878D82A}">
                    <a16:rowId xmlns:a16="http://schemas.microsoft.com/office/drawing/2014/main" val="1568173959"/>
                  </a:ext>
                </a:extLst>
              </a:tr>
            </a:tbl>
          </a:graphicData>
        </a:graphic>
      </p:graphicFrame>
    </p:spTree>
    <p:extLst>
      <p:ext uri="{BB962C8B-B14F-4D97-AF65-F5344CB8AC3E}">
        <p14:creationId xmlns:p14="http://schemas.microsoft.com/office/powerpoint/2010/main" val="177904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B81E-F0A8-3287-3D1B-904BEAC35E93}"/>
              </a:ext>
            </a:extLst>
          </p:cNvPr>
          <p:cNvSpPr>
            <a:spLocks noGrp="1"/>
          </p:cNvSpPr>
          <p:nvPr>
            <p:ph type="title"/>
          </p:nvPr>
        </p:nvSpPr>
        <p:spPr>
          <a:xfrm>
            <a:off x="838200" y="365126"/>
            <a:ext cx="10515600" cy="657430"/>
          </a:xfrm>
        </p:spPr>
        <p:txBody>
          <a:bodyPr>
            <a:normAutofit fontScale="90000"/>
          </a:bodyPr>
          <a:lstStyle/>
          <a:p>
            <a:r>
              <a:rPr lang="en-US" dirty="0"/>
              <a:t>Key Terms</a:t>
            </a:r>
          </a:p>
        </p:txBody>
      </p:sp>
      <p:graphicFrame>
        <p:nvGraphicFramePr>
          <p:cNvPr id="4" name="Content Placeholder 3">
            <a:extLst>
              <a:ext uri="{FF2B5EF4-FFF2-40B4-BE49-F238E27FC236}">
                <a16:creationId xmlns:a16="http://schemas.microsoft.com/office/drawing/2014/main" id="{56182EA9-489B-4540-9739-D97A4115F769}"/>
              </a:ext>
            </a:extLst>
          </p:cNvPr>
          <p:cNvGraphicFramePr>
            <a:graphicFrameLocks noGrp="1"/>
          </p:cNvGraphicFramePr>
          <p:nvPr>
            <p:ph idx="1"/>
            <p:extLst>
              <p:ext uri="{D42A27DB-BD31-4B8C-83A1-F6EECF244321}">
                <p14:modId xmlns:p14="http://schemas.microsoft.com/office/powerpoint/2010/main" val="1485921522"/>
              </p:ext>
            </p:extLst>
          </p:nvPr>
        </p:nvGraphicFramePr>
        <p:xfrm>
          <a:off x="680884" y="1022556"/>
          <a:ext cx="10515600" cy="3677920"/>
        </p:xfrm>
        <a:graphic>
          <a:graphicData uri="http://schemas.openxmlformats.org/drawingml/2006/table">
            <a:tbl>
              <a:tblPr firstRow="1" bandRow="1">
                <a:tableStyleId>{5940675A-B579-460E-94D1-54222C63F5DA}</a:tableStyleId>
              </a:tblPr>
              <a:tblGrid>
                <a:gridCol w="3139276">
                  <a:extLst>
                    <a:ext uri="{9D8B030D-6E8A-4147-A177-3AD203B41FA5}">
                      <a16:colId xmlns:a16="http://schemas.microsoft.com/office/drawing/2014/main" val="372372388"/>
                    </a:ext>
                  </a:extLst>
                </a:gridCol>
                <a:gridCol w="7376324">
                  <a:extLst>
                    <a:ext uri="{9D8B030D-6E8A-4147-A177-3AD203B41FA5}">
                      <a16:colId xmlns:a16="http://schemas.microsoft.com/office/drawing/2014/main" val="2926165843"/>
                    </a:ext>
                  </a:extLst>
                </a:gridCol>
              </a:tblGrid>
              <a:tr h="370840">
                <a:tc>
                  <a:txBody>
                    <a:bodyPr/>
                    <a:lstStyle/>
                    <a:p>
                      <a:r>
                        <a:rPr lang="en-US" b="1" dirty="0"/>
                        <a:t>Term</a:t>
                      </a:r>
                    </a:p>
                  </a:txBody>
                  <a:tcPr/>
                </a:tc>
                <a:tc>
                  <a:txBody>
                    <a:bodyPr/>
                    <a:lstStyle/>
                    <a:p>
                      <a:r>
                        <a:rPr lang="en-US" b="1" dirty="0"/>
                        <a:t>Description</a:t>
                      </a:r>
                    </a:p>
                  </a:txBody>
                  <a:tcPr/>
                </a:tc>
                <a:extLst>
                  <a:ext uri="{0D108BD9-81ED-4DB2-BD59-A6C34878D82A}">
                    <a16:rowId xmlns:a16="http://schemas.microsoft.com/office/drawing/2014/main" val="375019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Customer Type Id</a:t>
                      </a:r>
                    </a:p>
                  </a:txBody>
                  <a:tcPr/>
                </a:tc>
                <a:tc>
                  <a:txBody>
                    <a:bodyPr/>
                    <a:lstStyle/>
                    <a:p>
                      <a:r>
                        <a:rPr lang="en-US" sz="1800" b="0" i="0" kern="1200" dirty="0">
                          <a:solidFill>
                            <a:schemeClr val="tx1"/>
                          </a:solidFill>
                          <a:effectLst/>
                          <a:latin typeface="+mn-lt"/>
                          <a:ea typeface="+mn-ea"/>
                          <a:cs typeface="+mn-cs"/>
                        </a:rPr>
                        <a:t>1 for </a:t>
                      </a:r>
                      <a:r>
                        <a:rPr lang="en-US" dirty="0"/>
                        <a:t>Individual and 2 for SMEs</a:t>
                      </a:r>
                      <a:endParaRPr lang="en-US" sz="1800" b="0" i="0" kern="1200" dirty="0">
                        <a:solidFill>
                          <a:schemeClr val="tx1"/>
                        </a:solidFill>
                        <a:effectLst/>
                        <a:latin typeface="+mn-lt"/>
                        <a:ea typeface="+mn-ea"/>
                        <a:cs typeface="+mn-cs"/>
                      </a:endParaRPr>
                    </a:p>
                  </a:txBody>
                  <a:tcPr/>
                </a:tc>
                <a:extLst>
                  <a:ext uri="{0D108BD9-81ED-4DB2-BD59-A6C34878D82A}">
                    <a16:rowId xmlns:a16="http://schemas.microsoft.com/office/drawing/2014/main" val="3765607209"/>
                  </a:ext>
                </a:extLst>
              </a:tr>
              <a:tr h="370840">
                <a:tc>
                  <a:txBody>
                    <a:bodyPr/>
                    <a:lstStyle/>
                    <a:p>
                      <a:r>
                        <a:rPr lang="en-US" sz="1800" dirty="0"/>
                        <a:t>TPL</a:t>
                      </a:r>
                      <a:endParaRPr lang="en-US" dirty="0"/>
                    </a:p>
                  </a:txBody>
                  <a:tcPr/>
                </a:tc>
                <a:tc>
                  <a:txBody>
                    <a:bodyPr/>
                    <a:lstStyle/>
                    <a:p>
                      <a:r>
                        <a:rPr lang="en-US" sz="1800" b="0" i="0" kern="1200" dirty="0">
                          <a:solidFill>
                            <a:schemeClr val="tx1"/>
                          </a:solidFill>
                          <a:effectLst/>
                          <a:latin typeface="+mn-lt"/>
                          <a:ea typeface="+mn-ea"/>
                          <a:cs typeface="+mn-cs"/>
                        </a:rPr>
                        <a:t>Third-Party Liability</a:t>
                      </a:r>
                    </a:p>
                  </a:txBody>
                  <a:tcPr/>
                </a:tc>
                <a:extLst>
                  <a:ext uri="{0D108BD9-81ED-4DB2-BD59-A6C34878D82A}">
                    <a16:rowId xmlns:a16="http://schemas.microsoft.com/office/drawing/2014/main" val="4136500250"/>
                  </a:ext>
                </a:extLst>
              </a:tr>
              <a:tr h="370840">
                <a:tc>
                  <a:txBody>
                    <a:bodyPr/>
                    <a:lstStyle/>
                    <a:p>
                      <a:r>
                        <a:rPr lang="en-US" sz="1800" dirty="0"/>
                        <a:t>Deductibles</a:t>
                      </a:r>
                      <a:endParaRPr lang="en-US" dirty="0"/>
                    </a:p>
                  </a:txBody>
                  <a:tcPr/>
                </a:tc>
                <a:tc>
                  <a:txBody>
                    <a:bodyPr/>
                    <a:lstStyle/>
                    <a:p>
                      <a:r>
                        <a:rPr lang="en-US" dirty="0"/>
                        <a:t>Amount of money the customer is required to pay for a covered claim before insurance company starts to pay. It is a form of cost-sharing that is a standard feature of most motor insurance policies</a:t>
                      </a:r>
                      <a:endParaRPr lang="en-US" sz="1600" dirty="0"/>
                    </a:p>
                  </a:txBody>
                  <a:tcPr/>
                </a:tc>
                <a:extLst>
                  <a:ext uri="{0D108BD9-81ED-4DB2-BD59-A6C34878D82A}">
                    <a16:rowId xmlns:a16="http://schemas.microsoft.com/office/drawing/2014/main" val="2795810294"/>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dirty="0"/>
                        <a:t>Max liability</a:t>
                      </a:r>
                      <a:r>
                        <a:rPr lang="en-US" b="0" dirty="0"/>
                        <a:t> </a:t>
                      </a:r>
                    </a:p>
                  </a:txBody>
                  <a:tcPr marL="76200" marR="76200"/>
                </a:tc>
                <a:tc>
                  <a:txBody>
                    <a:bodyPr/>
                    <a:lstStyle/>
                    <a:p>
                      <a:r>
                        <a:rPr lang="en-US" sz="1800" b="0" i="0" kern="1200" dirty="0">
                          <a:solidFill>
                            <a:schemeClr val="tx1"/>
                          </a:solidFill>
                          <a:effectLst/>
                          <a:latin typeface="+mn-lt"/>
                          <a:ea typeface="+mn-ea"/>
                          <a:cs typeface="+mn-cs"/>
                        </a:rPr>
                        <a:t>Maximum amount in Saudi Riyal that Insurance policy will cover against third-party liability claims</a:t>
                      </a:r>
                      <a:endParaRPr lang="en-US" sz="1600" b="0" dirty="0"/>
                    </a:p>
                  </a:txBody>
                  <a:tcPr marL="76200" marR="76200"/>
                </a:tc>
                <a:extLst>
                  <a:ext uri="{0D108BD9-81ED-4DB2-BD59-A6C34878D82A}">
                    <a16:rowId xmlns:a16="http://schemas.microsoft.com/office/drawing/2014/main" val="3128458810"/>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dirty="0"/>
                        <a:t>Min liability</a:t>
                      </a:r>
                      <a:r>
                        <a:rPr lang="en-US" b="0" dirty="0"/>
                        <a:t> </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b="0" dirty="0"/>
                    </a:p>
                  </a:txBody>
                  <a:tcPr marL="76200" marR="76200"/>
                </a:tc>
                <a:tc>
                  <a:txBody>
                    <a:bodyPr/>
                    <a:lstStyle/>
                    <a:p>
                      <a:r>
                        <a:rPr lang="en-US" sz="1800" b="0" i="0" kern="1200" dirty="0">
                          <a:solidFill>
                            <a:schemeClr val="tx1"/>
                          </a:solidFill>
                          <a:effectLst/>
                          <a:latin typeface="+mn-lt"/>
                          <a:ea typeface="+mn-ea"/>
                          <a:cs typeface="+mn-cs"/>
                        </a:rPr>
                        <a:t>Minimum amount in Saudi Riyal that Insurance policy will cover against third-party liability claims</a:t>
                      </a:r>
                      <a:endParaRPr lang="en-US" sz="1600" b="0" dirty="0"/>
                    </a:p>
                  </a:txBody>
                  <a:tcPr marL="76200" marR="76200"/>
                </a:tc>
                <a:extLst>
                  <a:ext uri="{0D108BD9-81ED-4DB2-BD59-A6C34878D82A}">
                    <a16:rowId xmlns:a16="http://schemas.microsoft.com/office/drawing/2014/main" val="3952780819"/>
                  </a:ext>
                </a:extLst>
              </a:tr>
              <a:tr h="37084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b="0" dirty="0"/>
                        <a:t>TPL</a:t>
                      </a:r>
                    </a:p>
                  </a:txBody>
                  <a:tcPr marL="76200" marR="76200"/>
                </a:tc>
                <a:tc>
                  <a:txBody>
                    <a:bodyPr/>
                    <a:lstStyle/>
                    <a:p>
                      <a:pPr fontAlgn="t">
                        <a:buNone/>
                      </a:pPr>
                      <a:r>
                        <a:rPr lang="en-US" sz="1800" b="0" i="0" kern="1200" dirty="0">
                          <a:solidFill>
                            <a:schemeClr val="tx1"/>
                          </a:solidFill>
                          <a:effectLst/>
                          <a:latin typeface="+mn-lt"/>
                          <a:ea typeface="+mn-ea"/>
                          <a:cs typeface="+mn-cs"/>
                        </a:rPr>
                        <a:t>Third-party liability</a:t>
                      </a:r>
                      <a:endParaRPr lang="en-US" b="0" i="0" dirty="0">
                        <a:effectLst/>
                      </a:endParaRPr>
                    </a:p>
                  </a:txBody>
                  <a:tcPr marL="76200" marR="76200"/>
                </a:tc>
                <a:extLst>
                  <a:ext uri="{0D108BD9-81ED-4DB2-BD59-A6C34878D82A}">
                    <a16:rowId xmlns:a16="http://schemas.microsoft.com/office/drawing/2014/main" val="2249074685"/>
                  </a:ext>
                </a:extLst>
              </a:tr>
            </a:tbl>
          </a:graphicData>
        </a:graphic>
      </p:graphicFrame>
    </p:spTree>
    <p:extLst>
      <p:ext uri="{BB962C8B-B14F-4D97-AF65-F5344CB8AC3E}">
        <p14:creationId xmlns:p14="http://schemas.microsoft.com/office/powerpoint/2010/main" val="69363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f1e79fc-1f4d-4187-a67d-c1c5354c13f8}" enabled="1" method="Standard" siteId="{e1304ad9-93ba-4557-8b20-8c1c1143b399}" contentBits="2" removed="0"/>
</clbl:labelList>
</file>

<file path=docProps/app.xml><?xml version="1.0" encoding="utf-8"?>
<Properties xmlns="http://schemas.openxmlformats.org/officeDocument/2006/extended-properties" xmlns:vt="http://schemas.openxmlformats.org/officeDocument/2006/docPropsVTypes">
  <TotalTime>5815</TotalTime>
  <Words>574</Words>
  <Application>Microsoft Office PowerPoint</Application>
  <PresentationFormat>Widescreen</PresentationFormat>
  <Paragraphs>70</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Description</vt:lpstr>
      <vt:lpstr>Key Features</vt:lpstr>
      <vt:lpstr>Use Cases</vt:lpstr>
      <vt:lpstr>Inputs / Outputs Samples</vt:lpstr>
      <vt:lpstr>Key Terms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Abdelwahab Mohamed | Ejada Systems</dc:creator>
  <cp:lastModifiedBy>Ahmed Abdelwahab Mohamed | Ejada Systems</cp:lastModifiedBy>
  <cp:revision>30</cp:revision>
  <dcterms:created xsi:type="dcterms:W3CDTF">2025-08-14T07:15:32Z</dcterms:created>
  <dcterms:modified xsi:type="dcterms:W3CDTF">2025-09-02T09:25:42Z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Ejada Internal Use Only</vt:lpwstr>
  </property>
</Properties>
</file>