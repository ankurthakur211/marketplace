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60" r:id="rId3"/>
    <p:sldId id="261" r:id="rId4"/>
    <p:sldId id="273" r:id="rId5"/>
    <p:sldId id="274" r:id="rId6"/>
    <p:sldId id="276" r:id="rId7"/>
    <p:sldId id="285" r:id="rId8"/>
    <p:sldId id="279" r:id="rId9"/>
    <p:sldId id="286" r:id="rId10"/>
    <p:sldId id="287" r:id="rId11"/>
    <p:sldId id="282" r:id="rId12"/>
    <p:sldId id="284" r:id="rId13"/>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65" autoAdjust="0"/>
    <p:restoredTop sz="94660"/>
  </p:normalViewPr>
  <p:slideViewPr>
    <p:cSldViewPr>
      <p:cViewPr varScale="1">
        <p:scale>
          <a:sx n="90" d="100"/>
          <a:sy n="90" d="100"/>
        </p:scale>
        <p:origin x="379" y="6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E792997-0BE7-4489-A162-5FB795D891A0}" type="doc">
      <dgm:prSet loTypeId="urn:microsoft.com/office/officeart/2005/8/layout/vList2" loCatId="list" qsTypeId="urn:microsoft.com/office/officeart/2005/8/quickstyle/simple1" qsCatId="simple" csTypeId="urn:microsoft.com/office/officeart/2005/8/colors/accent1_3" csCatId="accent1" phldr="1"/>
      <dgm:spPr/>
      <dgm:t>
        <a:bodyPr/>
        <a:lstStyle/>
        <a:p>
          <a:endParaRPr lang="en-US"/>
        </a:p>
      </dgm:t>
    </dgm:pt>
    <dgm:pt modelId="{AE5E0F6F-1DC5-4630-AF9F-5114C000E5B7}">
      <dgm:prSet/>
      <dgm:spPr/>
      <dgm:t>
        <a:bodyPr/>
        <a:lstStyle/>
        <a:p>
          <a:r>
            <a:rPr lang="en-US" b="1" i="0" baseline="0"/>
            <a:t>What is the API Marketplace?</a:t>
          </a:r>
          <a:endParaRPr lang="en-US"/>
        </a:p>
      </dgm:t>
    </dgm:pt>
    <dgm:pt modelId="{F874FF00-26C4-4BA5-8085-B83B8AB449BD}" type="parTrans" cxnId="{F715576E-EE08-4C79-A69A-F3D01C9568AA}">
      <dgm:prSet/>
      <dgm:spPr/>
      <dgm:t>
        <a:bodyPr/>
        <a:lstStyle/>
        <a:p>
          <a:endParaRPr lang="en-US"/>
        </a:p>
      </dgm:t>
    </dgm:pt>
    <dgm:pt modelId="{A91574AA-702A-49DB-9EEC-DE13E2C121A8}" type="sibTrans" cxnId="{F715576E-EE08-4C79-A69A-F3D01C9568AA}">
      <dgm:prSet/>
      <dgm:spPr/>
      <dgm:t>
        <a:bodyPr/>
        <a:lstStyle/>
        <a:p>
          <a:endParaRPr lang="en-US"/>
        </a:p>
      </dgm:t>
    </dgm:pt>
    <dgm:pt modelId="{2C02805C-C980-41A9-9BCF-3981CA5BAAE0}">
      <dgm:prSet/>
      <dgm:spPr/>
      <dgm:t>
        <a:bodyPr/>
        <a:lstStyle/>
        <a:p>
          <a:r>
            <a:rPr lang="en-US" b="0" i="0" baseline="0" dirty="0"/>
            <a:t>A Centralized platform to expose APIs for mutual fund investments.</a:t>
          </a:r>
          <a:endParaRPr lang="en-US" dirty="0"/>
        </a:p>
      </dgm:t>
    </dgm:pt>
    <dgm:pt modelId="{434F909A-DE2C-4E7A-8538-927BA2AAB47A}" type="parTrans" cxnId="{FABE5C78-B623-4652-8F4F-55C3B9867956}">
      <dgm:prSet/>
      <dgm:spPr/>
      <dgm:t>
        <a:bodyPr/>
        <a:lstStyle/>
        <a:p>
          <a:endParaRPr lang="en-US"/>
        </a:p>
      </dgm:t>
    </dgm:pt>
    <dgm:pt modelId="{1DD856CC-CAA2-4960-87AF-E7B06B06D339}" type="sibTrans" cxnId="{FABE5C78-B623-4652-8F4F-55C3B9867956}">
      <dgm:prSet/>
      <dgm:spPr/>
      <dgm:t>
        <a:bodyPr/>
        <a:lstStyle/>
        <a:p>
          <a:endParaRPr lang="en-US"/>
        </a:p>
      </dgm:t>
    </dgm:pt>
    <dgm:pt modelId="{4F87CE27-5368-4BC7-8771-351F705F0440}">
      <dgm:prSet/>
      <dgm:spPr/>
      <dgm:t>
        <a:bodyPr/>
        <a:lstStyle/>
        <a:p>
          <a:r>
            <a:rPr lang="en-US" b="0" i="0" baseline="0" dirty="0"/>
            <a:t>Enables ARB subsidiaries to offer mutual fund services through their digital channels.</a:t>
          </a:r>
          <a:endParaRPr lang="en-US" dirty="0"/>
        </a:p>
      </dgm:t>
    </dgm:pt>
    <dgm:pt modelId="{F8A61516-E448-4760-91D5-7F12F9A109BE}" type="parTrans" cxnId="{7F410FFF-6020-4F2E-B5A5-FCF78194ABA4}">
      <dgm:prSet/>
      <dgm:spPr/>
      <dgm:t>
        <a:bodyPr/>
        <a:lstStyle/>
        <a:p>
          <a:endParaRPr lang="en-US"/>
        </a:p>
      </dgm:t>
    </dgm:pt>
    <dgm:pt modelId="{DCA1B59A-D36C-4AB4-B078-1CCA1014A4EA}" type="sibTrans" cxnId="{7F410FFF-6020-4F2E-B5A5-FCF78194ABA4}">
      <dgm:prSet/>
      <dgm:spPr/>
      <dgm:t>
        <a:bodyPr/>
        <a:lstStyle/>
        <a:p>
          <a:endParaRPr lang="en-US"/>
        </a:p>
      </dgm:t>
    </dgm:pt>
    <dgm:pt modelId="{85D8C6DE-0C41-4501-82C1-CA27F4AF00CC}">
      <dgm:prSet/>
      <dgm:spPr/>
      <dgm:t>
        <a:bodyPr/>
        <a:lstStyle/>
        <a:p>
          <a:r>
            <a:rPr lang="en-US" b="1"/>
            <a:t>What is a Digital Gold Wallet?</a:t>
          </a:r>
          <a:endParaRPr lang="en-US"/>
        </a:p>
      </dgm:t>
    </dgm:pt>
    <dgm:pt modelId="{A80537AE-B1AA-432F-92C8-F99F255BB86A}" type="parTrans" cxnId="{D321BD4B-E9B6-4BC0-A5D4-B15F30BA1C58}">
      <dgm:prSet/>
      <dgm:spPr/>
      <dgm:t>
        <a:bodyPr/>
        <a:lstStyle/>
        <a:p>
          <a:endParaRPr lang="en-US"/>
        </a:p>
      </dgm:t>
    </dgm:pt>
    <dgm:pt modelId="{BBA529C4-96F5-42A3-A199-7EF976808928}" type="sibTrans" cxnId="{D321BD4B-E9B6-4BC0-A5D4-B15F30BA1C58}">
      <dgm:prSet/>
      <dgm:spPr/>
      <dgm:t>
        <a:bodyPr/>
        <a:lstStyle/>
        <a:p>
          <a:endParaRPr lang="en-US"/>
        </a:p>
      </dgm:t>
    </dgm:pt>
    <dgm:pt modelId="{EC54F924-0FE4-4748-98D6-406AA1F25179}">
      <dgm:prSet/>
      <dgm:spPr/>
      <dgm:t>
        <a:bodyPr/>
        <a:lstStyle/>
        <a:p>
          <a:r>
            <a:rPr lang="en-US" dirty="0"/>
            <a:t>Explain the concept of a digital gold wallet as a secure and convenient way for customers to buy, sell, and hold gold in a digital, paperless form.</a:t>
          </a:r>
        </a:p>
      </dgm:t>
    </dgm:pt>
    <dgm:pt modelId="{99FB8F91-C1E7-4F07-9520-D47819AE870B}" type="parTrans" cxnId="{5C9B1888-5A29-4C45-B836-9274A8D05E74}">
      <dgm:prSet/>
      <dgm:spPr/>
      <dgm:t>
        <a:bodyPr/>
        <a:lstStyle/>
        <a:p>
          <a:endParaRPr lang="en-US"/>
        </a:p>
      </dgm:t>
    </dgm:pt>
    <dgm:pt modelId="{9FC5B81F-C567-467B-B7B7-E6186A534672}" type="sibTrans" cxnId="{5C9B1888-5A29-4C45-B836-9274A8D05E74}">
      <dgm:prSet/>
      <dgm:spPr/>
      <dgm:t>
        <a:bodyPr/>
        <a:lstStyle/>
        <a:p>
          <a:endParaRPr lang="en-US"/>
        </a:p>
      </dgm:t>
    </dgm:pt>
    <dgm:pt modelId="{A5CCDB05-EA20-45C0-A89F-EFE89DAFAD8A}">
      <dgm:prSet/>
      <dgm:spPr/>
      <dgm:t>
        <a:bodyPr/>
        <a:lstStyle/>
        <a:p>
          <a:r>
            <a:rPr lang="en-US" dirty="0"/>
            <a:t>Emphasize that it removes the need for physical storage, logistics, and security concerns associated with physical gold.</a:t>
          </a:r>
        </a:p>
      </dgm:t>
    </dgm:pt>
    <dgm:pt modelId="{80C9ED67-9E41-4487-A3A5-4714977AAFD2}" type="parTrans" cxnId="{9CEBB850-17DA-47A1-8036-799D50A865AA}">
      <dgm:prSet/>
      <dgm:spPr/>
      <dgm:t>
        <a:bodyPr/>
        <a:lstStyle/>
        <a:p>
          <a:endParaRPr lang="en-US"/>
        </a:p>
      </dgm:t>
    </dgm:pt>
    <dgm:pt modelId="{B852549A-AC72-4F20-9C0E-E35354A43F1F}" type="sibTrans" cxnId="{9CEBB850-17DA-47A1-8036-799D50A865AA}">
      <dgm:prSet/>
      <dgm:spPr/>
      <dgm:t>
        <a:bodyPr/>
        <a:lstStyle/>
        <a:p>
          <a:endParaRPr lang="en-US"/>
        </a:p>
      </dgm:t>
    </dgm:pt>
    <dgm:pt modelId="{06496C85-8BA0-49D5-A6CA-85EED0D3A587}">
      <dgm:prSet/>
      <dgm:spPr/>
      <dgm:t>
        <a:bodyPr/>
        <a:lstStyle/>
        <a:p>
          <a:r>
            <a:rPr lang="en-US" b="1"/>
            <a:t>How Will It Be Used?</a:t>
          </a:r>
          <a:endParaRPr lang="en-US"/>
        </a:p>
      </dgm:t>
    </dgm:pt>
    <dgm:pt modelId="{6F0B5E74-4432-4E2F-A6DE-E647CC922295}" type="parTrans" cxnId="{3A31F485-F0B9-4BAA-ADD6-8E50F03F8BDA}">
      <dgm:prSet/>
      <dgm:spPr/>
      <dgm:t>
        <a:bodyPr/>
        <a:lstStyle/>
        <a:p>
          <a:endParaRPr lang="en-US"/>
        </a:p>
      </dgm:t>
    </dgm:pt>
    <dgm:pt modelId="{50034C98-9C8D-47F3-A5CA-C00AA5C64E58}" type="sibTrans" cxnId="{3A31F485-F0B9-4BAA-ADD6-8E50F03F8BDA}">
      <dgm:prSet/>
      <dgm:spPr/>
      <dgm:t>
        <a:bodyPr/>
        <a:lstStyle/>
        <a:p>
          <a:endParaRPr lang="en-US"/>
        </a:p>
      </dgm:t>
    </dgm:pt>
    <dgm:pt modelId="{C461CC8C-A87C-48E4-B616-9AE03AEFFC2D}">
      <dgm:prSet/>
      <dgm:spPr/>
      <dgm:t>
        <a:bodyPr/>
        <a:lstStyle/>
        <a:p>
          <a:r>
            <a:rPr lang="en-US" dirty="0"/>
            <a:t>Describe the product's function from the consumer's (business client's) perspective.</a:t>
          </a:r>
        </a:p>
      </dgm:t>
    </dgm:pt>
    <dgm:pt modelId="{D0800F6A-92AE-4FDE-B201-0B666D62BDA9}" type="parTrans" cxnId="{E5FFDBD8-A87A-4787-A30D-B65C0C93EA83}">
      <dgm:prSet/>
      <dgm:spPr/>
      <dgm:t>
        <a:bodyPr/>
        <a:lstStyle/>
        <a:p>
          <a:endParaRPr lang="en-US"/>
        </a:p>
      </dgm:t>
    </dgm:pt>
    <dgm:pt modelId="{71BDEBB1-97A7-4975-945E-D593BAAD8E58}" type="sibTrans" cxnId="{E5FFDBD8-A87A-4787-A30D-B65C0C93EA83}">
      <dgm:prSet/>
      <dgm:spPr/>
      <dgm:t>
        <a:bodyPr/>
        <a:lstStyle/>
        <a:p>
          <a:endParaRPr lang="en-US"/>
        </a:p>
      </dgm:t>
    </dgm:pt>
    <dgm:pt modelId="{6685C5FB-EB3D-4D25-B402-919C1EEB08DC}">
      <dgm:prSet/>
      <dgm:spPr/>
      <dgm:t>
        <a:bodyPr/>
        <a:lstStyle/>
        <a:p>
          <a:r>
            <a:rPr lang="en-US" dirty="0"/>
            <a:t>Explain that the consumer will use the provided APIs to seamlessly integrate gold buying, selling, and management functionalities directly into their own digital channels for their end-users.</a:t>
          </a:r>
        </a:p>
      </dgm:t>
    </dgm:pt>
    <dgm:pt modelId="{5BBB2D8C-0347-4320-A355-5449501BFB9F}" type="parTrans" cxnId="{593517C7-C225-4F0B-B108-C8A720CA2220}">
      <dgm:prSet/>
      <dgm:spPr/>
      <dgm:t>
        <a:bodyPr/>
        <a:lstStyle/>
        <a:p>
          <a:endParaRPr lang="en-US"/>
        </a:p>
      </dgm:t>
    </dgm:pt>
    <dgm:pt modelId="{365CE2FD-3508-4D1F-9BF8-424EC0F3A59C}" type="sibTrans" cxnId="{593517C7-C225-4F0B-B108-C8A720CA2220}">
      <dgm:prSet/>
      <dgm:spPr/>
      <dgm:t>
        <a:bodyPr/>
        <a:lstStyle/>
        <a:p>
          <a:endParaRPr lang="en-US"/>
        </a:p>
      </dgm:t>
    </dgm:pt>
    <dgm:pt modelId="{8929C1DB-E6CA-423F-9704-92F1EB37654C}">
      <dgm:prSet/>
      <dgm:spPr/>
      <dgm:t>
        <a:bodyPr/>
        <a:lstStyle/>
        <a:p>
          <a:r>
            <a:rPr lang="en-US" dirty="0"/>
            <a:t>Show how this enables their customers to have a dedicated digital account for their gold holdings.</a:t>
          </a:r>
        </a:p>
      </dgm:t>
    </dgm:pt>
    <dgm:pt modelId="{8C9F7B40-FFE2-4851-99AE-4000A4A73835}" type="parTrans" cxnId="{9311A08C-6285-423D-A25B-4C4C83C11CFB}">
      <dgm:prSet/>
      <dgm:spPr/>
      <dgm:t>
        <a:bodyPr/>
        <a:lstStyle/>
        <a:p>
          <a:endParaRPr lang="en-US"/>
        </a:p>
      </dgm:t>
    </dgm:pt>
    <dgm:pt modelId="{E7839FA7-554E-4D86-8DCE-E57399B923F9}" type="sibTrans" cxnId="{9311A08C-6285-423D-A25B-4C4C83C11CFB}">
      <dgm:prSet/>
      <dgm:spPr/>
      <dgm:t>
        <a:bodyPr/>
        <a:lstStyle/>
        <a:p>
          <a:endParaRPr lang="en-US"/>
        </a:p>
      </dgm:t>
    </dgm:pt>
    <dgm:pt modelId="{9BD5D2DE-A792-4484-BA38-6E7AFC89E4E7}">
      <dgm:prSet/>
      <dgm:spPr/>
      <dgm:t>
        <a:bodyPr/>
        <a:lstStyle/>
        <a:p>
          <a:r>
            <a:rPr lang="en-US" b="1"/>
            <a:t>How Will It Be Used?</a:t>
          </a:r>
          <a:endParaRPr lang="en-US"/>
        </a:p>
      </dgm:t>
    </dgm:pt>
    <dgm:pt modelId="{0E04D62B-B4C9-4AF5-B967-B7416411592B}" type="parTrans" cxnId="{A0E28B0D-E2A7-447D-A35D-391815E2AD17}">
      <dgm:prSet/>
      <dgm:spPr/>
      <dgm:t>
        <a:bodyPr/>
        <a:lstStyle/>
        <a:p>
          <a:endParaRPr lang="en-US"/>
        </a:p>
      </dgm:t>
    </dgm:pt>
    <dgm:pt modelId="{48ACC6E1-889D-4C5A-A126-188058BCE493}" type="sibTrans" cxnId="{A0E28B0D-E2A7-447D-A35D-391815E2AD17}">
      <dgm:prSet/>
      <dgm:spPr/>
      <dgm:t>
        <a:bodyPr/>
        <a:lstStyle/>
        <a:p>
          <a:endParaRPr lang="en-US"/>
        </a:p>
      </dgm:t>
    </dgm:pt>
    <dgm:pt modelId="{122BE828-BCFE-457C-8AA8-23682CDF8E94}">
      <dgm:prSet/>
      <dgm:spPr/>
      <dgm:t>
        <a:bodyPr/>
        <a:lstStyle/>
        <a:p>
          <a:r>
            <a:rPr lang="en-US" dirty="0"/>
            <a:t>Describe the product's function from the consumer's (business client's) perspective.</a:t>
          </a:r>
        </a:p>
      </dgm:t>
    </dgm:pt>
    <dgm:pt modelId="{0AE28344-ED43-4EFA-8731-8F3A13742393}" type="parTrans" cxnId="{EF95C6A0-7988-4889-A5D5-936ED5CDA3F9}">
      <dgm:prSet/>
      <dgm:spPr/>
      <dgm:t>
        <a:bodyPr/>
        <a:lstStyle/>
        <a:p>
          <a:endParaRPr lang="en-US"/>
        </a:p>
      </dgm:t>
    </dgm:pt>
    <dgm:pt modelId="{DF3D9670-DDE3-473B-8DC0-38A73F72C022}" type="sibTrans" cxnId="{EF95C6A0-7988-4889-A5D5-936ED5CDA3F9}">
      <dgm:prSet/>
      <dgm:spPr/>
      <dgm:t>
        <a:bodyPr/>
        <a:lstStyle/>
        <a:p>
          <a:endParaRPr lang="en-US"/>
        </a:p>
      </dgm:t>
    </dgm:pt>
    <dgm:pt modelId="{07BD6DB0-1235-4B70-A5FC-BAFFE31E9D93}">
      <dgm:prSet/>
      <dgm:spPr/>
      <dgm:t>
        <a:bodyPr/>
        <a:lstStyle/>
        <a:p>
          <a:r>
            <a:rPr lang="en-US" dirty="0"/>
            <a:t>Explain that the consumer will use the provided APIs to seamlessly integrate gold buying, selling, and management functionalities directly into their own digital channels for their end-users.</a:t>
          </a:r>
        </a:p>
      </dgm:t>
    </dgm:pt>
    <dgm:pt modelId="{B1A0BDF8-F531-4820-AD63-2645700F257D}" type="parTrans" cxnId="{ABFA9672-2571-45AE-A035-FD813C1CB0BD}">
      <dgm:prSet/>
      <dgm:spPr/>
      <dgm:t>
        <a:bodyPr/>
        <a:lstStyle/>
        <a:p>
          <a:endParaRPr lang="en-US"/>
        </a:p>
      </dgm:t>
    </dgm:pt>
    <dgm:pt modelId="{CB3CFFFF-AEAD-411F-A6F9-213417133A61}" type="sibTrans" cxnId="{ABFA9672-2571-45AE-A035-FD813C1CB0BD}">
      <dgm:prSet/>
      <dgm:spPr/>
      <dgm:t>
        <a:bodyPr/>
        <a:lstStyle/>
        <a:p>
          <a:endParaRPr lang="en-US"/>
        </a:p>
      </dgm:t>
    </dgm:pt>
    <dgm:pt modelId="{152CBFF6-9CBB-4AFA-8896-4674C91A20A6}">
      <dgm:prSet/>
      <dgm:spPr/>
      <dgm:t>
        <a:bodyPr/>
        <a:lstStyle/>
        <a:p>
          <a:r>
            <a:rPr lang="en-US" dirty="0"/>
            <a:t>Show how this enables their customers to have a dedicated digital account for their gold holdings.</a:t>
          </a:r>
        </a:p>
      </dgm:t>
    </dgm:pt>
    <dgm:pt modelId="{D43ED254-0E5E-454A-8F74-42786A879D92}" type="parTrans" cxnId="{BA0ABF46-7268-4225-846D-E2FE6F22EBD3}">
      <dgm:prSet/>
      <dgm:spPr/>
      <dgm:t>
        <a:bodyPr/>
        <a:lstStyle/>
        <a:p>
          <a:endParaRPr lang="en-US"/>
        </a:p>
      </dgm:t>
    </dgm:pt>
    <dgm:pt modelId="{68D1E679-EB5B-46F1-9729-BA6EB7AAEA6A}" type="sibTrans" cxnId="{BA0ABF46-7268-4225-846D-E2FE6F22EBD3}">
      <dgm:prSet/>
      <dgm:spPr/>
      <dgm:t>
        <a:bodyPr/>
        <a:lstStyle/>
        <a:p>
          <a:endParaRPr lang="en-US"/>
        </a:p>
      </dgm:t>
    </dgm:pt>
    <dgm:pt modelId="{7C4309EE-BBB8-4CB3-8D4C-DC88B9D154B5}">
      <dgm:prSet/>
      <dgm:spPr/>
      <dgm:t>
        <a:bodyPr/>
        <a:lstStyle/>
        <a:p>
          <a:r>
            <a:rPr lang="en-US" b="1"/>
            <a:t>Key Advantages of a Digital Gold Wallet</a:t>
          </a:r>
          <a:endParaRPr lang="en-US"/>
        </a:p>
      </dgm:t>
    </dgm:pt>
    <dgm:pt modelId="{153196C3-184A-497C-B073-82AE83547F40}" type="parTrans" cxnId="{780E84E6-1D07-4977-8757-8896893AB4A4}">
      <dgm:prSet/>
      <dgm:spPr/>
      <dgm:t>
        <a:bodyPr/>
        <a:lstStyle/>
        <a:p>
          <a:endParaRPr lang="en-US"/>
        </a:p>
      </dgm:t>
    </dgm:pt>
    <dgm:pt modelId="{C505B128-510F-4A91-AAB2-93FCD129C244}" type="sibTrans" cxnId="{780E84E6-1D07-4977-8757-8896893AB4A4}">
      <dgm:prSet/>
      <dgm:spPr/>
      <dgm:t>
        <a:bodyPr/>
        <a:lstStyle/>
        <a:p>
          <a:endParaRPr lang="en-US"/>
        </a:p>
      </dgm:t>
    </dgm:pt>
    <dgm:pt modelId="{4685DD02-D41A-4896-A0EF-A535CD56D630}">
      <dgm:prSet/>
      <dgm:spPr/>
      <dgm:t>
        <a:bodyPr/>
        <a:lstStyle/>
        <a:p>
          <a:r>
            <a:rPr lang="en-US" dirty="0"/>
            <a:t>Convenience: Manage gold anytime, anywhere on a mobile or web app.</a:t>
          </a:r>
        </a:p>
      </dgm:t>
    </dgm:pt>
    <dgm:pt modelId="{18AE80AB-5CBB-48CF-8A28-461D162CC29E}" type="parTrans" cxnId="{CD3EBEA7-F237-4822-950F-E43A4D59A567}">
      <dgm:prSet/>
      <dgm:spPr/>
      <dgm:t>
        <a:bodyPr/>
        <a:lstStyle/>
        <a:p>
          <a:endParaRPr lang="en-US"/>
        </a:p>
      </dgm:t>
    </dgm:pt>
    <dgm:pt modelId="{8F8C2A16-A490-4704-BBEE-1BA10154487D}" type="sibTrans" cxnId="{CD3EBEA7-F237-4822-950F-E43A4D59A567}">
      <dgm:prSet/>
      <dgm:spPr/>
      <dgm:t>
        <a:bodyPr/>
        <a:lstStyle/>
        <a:p>
          <a:endParaRPr lang="en-US"/>
        </a:p>
      </dgm:t>
    </dgm:pt>
    <dgm:pt modelId="{AE41C733-6EA7-4543-BEDE-DFF4BF29C80A}">
      <dgm:prSet/>
      <dgm:spPr/>
      <dgm:t>
        <a:bodyPr/>
        <a:lstStyle/>
        <a:p>
          <a:r>
            <a:rPr lang="en-US" dirty="0"/>
            <a:t>Security: Gold is held securely for your customers, without the risks of physical ownership.</a:t>
          </a:r>
        </a:p>
      </dgm:t>
    </dgm:pt>
    <dgm:pt modelId="{1CAC0440-60F4-4EED-90DC-D6D5EBBDB48B}" type="parTrans" cxnId="{A9B76955-FC75-4FA6-B571-780CAD0BCE55}">
      <dgm:prSet/>
      <dgm:spPr/>
      <dgm:t>
        <a:bodyPr/>
        <a:lstStyle/>
        <a:p>
          <a:endParaRPr lang="en-US"/>
        </a:p>
      </dgm:t>
    </dgm:pt>
    <dgm:pt modelId="{A8977E23-FF66-4DE9-8D7D-2A454EC2705F}" type="sibTrans" cxnId="{A9B76955-FC75-4FA6-B571-780CAD0BCE55}">
      <dgm:prSet/>
      <dgm:spPr/>
      <dgm:t>
        <a:bodyPr/>
        <a:lstStyle/>
        <a:p>
          <a:endParaRPr lang="en-US"/>
        </a:p>
      </dgm:t>
    </dgm:pt>
    <dgm:pt modelId="{3A96845E-D4D3-4FF9-A92A-712DE2396528}">
      <dgm:prSet/>
      <dgm:spPr/>
      <dgm:t>
        <a:bodyPr/>
        <a:lstStyle/>
        <a:p>
          <a:r>
            <a:rPr lang="en-US" dirty="0"/>
            <a:t>Accessibility: Buy and sell gold in small, affordable amounts.</a:t>
          </a:r>
        </a:p>
      </dgm:t>
    </dgm:pt>
    <dgm:pt modelId="{E3F90204-3F3C-4AF3-8822-34F936A8B2EB}" type="parTrans" cxnId="{D1A28819-CF92-421A-A00D-50D0025863A5}">
      <dgm:prSet/>
      <dgm:spPr/>
      <dgm:t>
        <a:bodyPr/>
        <a:lstStyle/>
        <a:p>
          <a:endParaRPr lang="en-US"/>
        </a:p>
      </dgm:t>
    </dgm:pt>
    <dgm:pt modelId="{50C705B2-5B19-4BD4-9CEB-86422A77FB54}" type="sibTrans" cxnId="{D1A28819-CF92-421A-A00D-50D0025863A5}">
      <dgm:prSet/>
      <dgm:spPr/>
      <dgm:t>
        <a:bodyPr/>
        <a:lstStyle/>
        <a:p>
          <a:endParaRPr lang="en-US"/>
        </a:p>
      </dgm:t>
    </dgm:pt>
    <dgm:pt modelId="{4ACB20D1-23FC-4EE3-9BA7-A815CDED2249}">
      <dgm:prSet/>
      <dgm:spPr/>
      <dgm:t>
        <a:bodyPr/>
        <a:lstStyle/>
        <a:p>
          <a:r>
            <a:rPr lang="en-US" dirty="0"/>
            <a:t>Investment: Easily investment portfolios with gold.</a:t>
          </a:r>
        </a:p>
      </dgm:t>
    </dgm:pt>
    <dgm:pt modelId="{D5F1B1F5-0BD2-4202-BEE4-7932A09EFC3D}" type="parTrans" cxnId="{9B9295CD-97EE-4237-AE95-44E29334B345}">
      <dgm:prSet/>
      <dgm:spPr/>
      <dgm:t>
        <a:bodyPr/>
        <a:lstStyle/>
        <a:p>
          <a:endParaRPr lang="en-US"/>
        </a:p>
      </dgm:t>
    </dgm:pt>
    <dgm:pt modelId="{8338C0EA-5B4F-4D58-B18F-08375C1E01FB}" type="sibTrans" cxnId="{9B9295CD-97EE-4237-AE95-44E29334B345}">
      <dgm:prSet/>
      <dgm:spPr/>
      <dgm:t>
        <a:bodyPr/>
        <a:lstStyle/>
        <a:p>
          <a:endParaRPr lang="en-US"/>
        </a:p>
      </dgm:t>
    </dgm:pt>
    <dgm:pt modelId="{D1972724-6B49-42F5-9C7F-9BBE5CB0E138}" type="pres">
      <dgm:prSet presAssocID="{3E792997-0BE7-4489-A162-5FB795D891A0}" presName="linear" presStyleCnt="0">
        <dgm:presLayoutVars>
          <dgm:animLvl val="lvl"/>
          <dgm:resizeHandles val="exact"/>
        </dgm:presLayoutVars>
      </dgm:prSet>
      <dgm:spPr/>
    </dgm:pt>
    <dgm:pt modelId="{E058078C-48F0-4AD8-A702-011A1B42AF47}" type="pres">
      <dgm:prSet presAssocID="{AE5E0F6F-1DC5-4630-AF9F-5114C000E5B7}" presName="parentText" presStyleLbl="node1" presStyleIdx="0" presStyleCnt="5">
        <dgm:presLayoutVars>
          <dgm:chMax val="0"/>
          <dgm:bulletEnabled val="1"/>
        </dgm:presLayoutVars>
      </dgm:prSet>
      <dgm:spPr/>
    </dgm:pt>
    <dgm:pt modelId="{6C2AB213-C973-4D04-849C-B7BE58E8820F}" type="pres">
      <dgm:prSet presAssocID="{AE5E0F6F-1DC5-4630-AF9F-5114C000E5B7}" presName="childText" presStyleLbl="revTx" presStyleIdx="0" presStyleCnt="5">
        <dgm:presLayoutVars>
          <dgm:bulletEnabled val="1"/>
        </dgm:presLayoutVars>
      </dgm:prSet>
      <dgm:spPr/>
    </dgm:pt>
    <dgm:pt modelId="{302C46EE-CA92-449E-A326-550A32D320A3}" type="pres">
      <dgm:prSet presAssocID="{85D8C6DE-0C41-4501-82C1-CA27F4AF00CC}" presName="parentText" presStyleLbl="node1" presStyleIdx="1" presStyleCnt="5">
        <dgm:presLayoutVars>
          <dgm:chMax val="0"/>
          <dgm:bulletEnabled val="1"/>
        </dgm:presLayoutVars>
      </dgm:prSet>
      <dgm:spPr/>
    </dgm:pt>
    <dgm:pt modelId="{B517C1BA-E9CB-452C-945F-99B172E3A66E}" type="pres">
      <dgm:prSet presAssocID="{85D8C6DE-0C41-4501-82C1-CA27F4AF00CC}" presName="childText" presStyleLbl="revTx" presStyleIdx="1" presStyleCnt="5">
        <dgm:presLayoutVars>
          <dgm:bulletEnabled val="1"/>
        </dgm:presLayoutVars>
      </dgm:prSet>
      <dgm:spPr/>
    </dgm:pt>
    <dgm:pt modelId="{0CB9B783-1F53-429D-8B0E-FDDCF12BA8A2}" type="pres">
      <dgm:prSet presAssocID="{06496C85-8BA0-49D5-A6CA-85EED0D3A587}" presName="parentText" presStyleLbl="node1" presStyleIdx="2" presStyleCnt="5">
        <dgm:presLayoutVars>
          <dgm:chMax val="0"/>
          <dgm:bulletEnabled val="1"/>
        </dgm:presLayoutVars>
      </dgm:prSet>
      <dgm:spPr/>
    </dgm:pt>
    <dgm:pt modelId="{E790BC69-6EAA-469A-905F-0EC98EF2A035}" type="pres">
      <dgm:prSet presAssocID="{06496C85-8BA0-49D5-A6CA-85EED0D3A587}" presName="childText" presStyleLbl="revTx" presStyleIdx="2" presStyleCnt="5">
        <dgm:presLayoutVars>
          <dgm:bulletEnabled val="1"/>
        </dgm:presLayoutVars>
      </dgm:prSet>
      <dgm:spPr/>
    </dgm:pt>
    <dgm:pt modelId="{22431D77-6777-4445-ACDA-18B366205E67}" type="pres">
      <dgm:prSet presAssocID="{9BD5D2DE-A792-4484-BA38-6E7AFC89E4E7}" presName="parentText" presStyleLbl="node1" presStyleIdx="3" presStyleCnt="5">
        <dgm:presLayoutVars>
          <dgm:chMax val="0"/>
          <dgm:bulletEnabled val="1"/>
        </dgm:presLayoutVars>
      </dgm:prSet>
      <dgm:spPr/>
    </dgm:pt>
    <dgm:pt modelId="{ECA49D69-590F-4EE5-B37F-16AB37FCD983}" type="pres">
      <dgm:prSet presAssocID="{9BD5D2DE-A792-4484-BA38-6E7AFC89E4E7}" presName="childText" presStyleLbl="revTx" presStyleIdx="3" presStyleCnt="5">
        <dgm:presLayoutVars>
          <dgm:bulletEnabled val="1"/>
        </dgm:presLayoutVars>
      </dgm:prSet>
      <dgm:spPr/>
    </dgm:pt>
    <dgm:pt modelId="{7A899F8A-C9F9-4E6A-AA1D-A8F911754C30}" type="pres">
      <dgm:prSet presAssocID="{7C4309EE-BBB8-4CB3-8D4C-DC88B9D154B5}" presName="parentText" presStyleLbl="node1" presStyleIdx="4" presStyleCnt="5">
        <dgm:presLayoutVars>
          <dgm:chMax val="0"/>
          <dgm:bulletEnabled val="1"/>
        </dgm:presLayoutVars>
      </dgm:prSet>
      <dgm:spPr/>
    </dgm:pt>
    <dgm:pt modelId="{0F994D37-EF9B-4349-A82F-18E7A2D07B24}" type="pres">
      <dgm:prSet presAssocID="{7C4309EE-BBB8-4CB3-8D4C-DC88B9D154B5}" presName="childText" presStyleLbl="revTx" presStyleIdx="4" presStyleCnt="5">
        <dgm:presLayoutVars>
          <dgm:bulletEnabled val="1"/>
        </dgm:presLayoutVars>
      </dgm:prSet>
      <dgm:spPr/>
    </dgm:pt>
  </dgm:ptLst>
  <dgm:cxnLst>
    <dgm:cxn modelId="{1B559401-64F2-4CB6-B615-7B6E6FF3991F}" type="presOf" srcId="{3A96845E-D4D3-4FF9-A92A-712DE2396528}" destId="{0F994D37-EF9B-4349-A82F-18E7A2D07B24}" srcOrd="0" destOrd="2" presId="urn:microsoft.com/office/officeart/2005/8/layout/vList2"/>
    <dgm:cxn modelId="{10E2C40A-AAEF-4571-B191-44B0317BE87C}" type="presOf" srcId="{85D8C6DE-0C41-4501-82C1-CA27F4AF00CC}" destId="{302C46EE-CA92-449E-A326-550A32D320A3}" srcOrd="0" destOrd="0" presId="urn:microsoft.com/office/officeart/2005/8/layout/vList2"/>
    <dgm:cxn modelId="{A0E28B0D-E2A7-447D-A35D-391815E2AD17}" srcId="{3E792997-0BE7-4489-A162-5FB795D891A0}" destId="{9BD5D2DE-A792-4484-BA38-6E7AFC89E4E7}" srcOrd="3" destOrd="0" parTransId="{0E04D62B-B4C9-4AF5-B967-B7416411592B}" sibTransId="{48ACC6E1-889D-4C5A-A126-188058BCE493}"/>
    <dgm:cxn modelId="{D1A28819-CF92-421A-A00D-50D0025863A5}" srcId="{7C4309EE-BBB8-4CB3-8D4C-DC88B9D154B5}" destId="{3A96845E-D4D3-4FF9-A92A-712DE2396528}" srcOrd="2" destOrd="0" parTransId="{E3F90204-3F3C-4AF3-8822-34F936A8B2EB}" sibTransId="{50C705B2-5B19-4BD4-9CEB-86422A77FB54}"/>
    <dgm:cxn modelId="{61D6E319-7096-4159-9A32-E9157802BD9A}" type="presOf" srcId="{4F87CE27-5368-4BC7-8771-351F705F0440}" destId="{6C2AB213-C973-4D04-849C-B7BE58E8820F}" srcOrd="0" destOrd="1" presId="urn:microsoft.com/office/officeart/2005/8/layout/vList2"/>
    <dgm:cxn modelId="{2A846525-2AF2-4827-92D1-8F9664DBF9EF}" type="presOf" srcId="{AE5E0F6F-1DC5-4630-AF9F-5114C000E5B7}" destId="{E058078C-48F0-4AD8-A702-011A1B42AF47}" srcOrd="0" destOrd="0" presId="urn:microsoft.com/office/officeart/2005/8/layout/vList2"/>
    <dgm:cxn modelId="{E7A24427-B0E7-4D03-9454-F0BF1729232A}" type="presOf" srcId="{4ACB20D1-23FC-4EE3-9BA7-A815CDED2249}" destId="{0F994D37-EF9B-4349-A82F-18E7A2D07B24}" srcOrd="0" destOrd="3" presId="urn:microsoft.com/office/officeart/2005/8/layout/vList2"/>
    <dgm:cxn modelId="{C57A6939-8514-473F-80C9-5734302FF930}" type="presOf" srcId="{7C4309EE-BBB8-4CB3-8D4C-DC88B9D154B5}" destId="{7A899F8A-C9F9-4E6A-AA1D-A8F911754C30}" srcOrd="0" destOrd="0" presId="urn:microsoft.com/office/officeart/2005/8/layout/vList2"/>
    <dgm:cxn modelId="{477A965B-5014-42F6-A885-E9C5DEF9CA29}" type="presOf" srcId="{6685C5FB-EB3D-4D25-B402-919C1EEB08DC}" destId="{E790BC69-6EAA-469A-905F-0EC98EF2A035}" srcOrd="0" destOrd="1" presId="urn:microsoft.com/office/officeart/2005/8/layout/vList2"/>
    <dgm:cxn modelId="{A8EB865D-14AF-41E6-9A85-11C73B53ECF0}" type="presOf" srcId="{122BE828-BCFE-457C-8AA8-23682CDF8E94}" destId="{ECA49D69-590F-4EE5-B37F-16AB37FCD983}" srcOrd="0" destOrd="0" presId="urn:microsoft.com/office/officeart/2005/8/layout/vList2"/>
    <dgm:cxn modelId="{BA0ABF46-7268-4225-846D-E2FE6F22EBD3}" srcId="{9BD5D2DE-A792-4484-BA38-6E7AFC89E4E7}" destId="{152CBFF6-9CBB-4AFA-8896-4674C91A20A6}" srcOrd="2" destOrd="0" parTransId="{D43ED254-0E5E-454A-8F74-42786A879D92}" sibTransId="{68D1E679-EB5B-46F1-9729-BA6EB7AAEA6A}"/>
    <dgm:cxn modelId="{5624C349-2EB7-4B58-943D-C4433AFD318E}" type="presOf" srcId="{9BD5D2DE-A792-4484-BA38-6E7AFC89E4E7}" destId="{22431D77-6777-4445-ACDA-18B366205E67}" srcOrd="0" destOrd="0" presId="urn:microsoft.com/office/officeart/2005/8/layout/vList2"/>
    <dgm:cxn modelId="{1D63766A-3FDE-498F-A8A4-40183BC77289}" type="presOf" srcId="{C461CC8C-A87C-48E4-B616-9AE03AEFFC2D}" destId="{E790BC69-6EAA-469A-905F-0EC98EF2A035}" srcOrd="0" destOrd="0" presId="urn:microsoft.com/office/officeart/2005/8/layout/vList2"/>
    <dgm:cxn modelId="{D321BD4B-E9B6-4BC0-A5D4-B15F30BA1C58}" srcId="{3E792997-0BE7-4489-A162-5FB795D891A0}" destId="{85D8C6DE-0C41-4501-82C1-CA27F4AF00CC}" srcOrd="1" destOrd="0" parTransId="{A80537AE-B1AA-432F-92C8-F99F255BB86A}" sibTransId="{BBA529C4-96F5-42A3-A199-7EF976808928}"/>
    <dgm:cxn modelId="{F715576E-EE08-4C79-A69A-F3D01C9568AA}" srcId="{3E792997-0BE7-4489-A162-5FB795D891A0}" destId="{AE5E0F6F-1DC5-4630-AF9F-5114C000E5B7}" srcOrd="0" destOrd="0" parTransId="{F874FF00-26C4-4BA5-8085-B83B8AB449BD}" sibTransId="{A91574AA-702A-49DB-9EEC-DE13E2C121A8}"/>
    <dgm:cxn modelId="{9CEBB850-17DA-47A1-8036-799D50A865AA}" srcId="{85D8C6DE-0C41-4501-82C1-CA27F4AF00CC}" destId="{A5CCDB05-EA20-45C0-A89F-EFE89DAFAD8A}" srcOrd="1" destOrd="0" parTransId="{80C9ED67-9E41-4487-A3A5-4714977AAFD2}" sibTransId="{B852549A-AC72-4F20-9C0E-E35354A43F1F}"/>
    <dgm:cxn modelId="{ABFA9672-2571-45AE-A035-FD813C1CB0BD}" srcId="{9BD5D2DE-A792-4484-BA38-6E7AFC89E4E7}" destId="{07BD6DB0-1235-4B70-A5FC-BAFFE31E9D93}" srcOrd="1" destOrd="0" parTransId="{B1A0BDF8-F531-4820-AD63-2645700F257D}" sibTransId="{CB3CFFFF-AEAD-411F-A6F9-213417133A61}"/>
    <dgm:cxn modelId="{2C57ED53-81BE-4252-B789-765FC3ECF83F}" type="presOf" srcId="{2C02805C-C980-41A9-9BCF-3981CA5BAAE0}" destId="{6C2AB213-C973-4D04-849C-B7BE58E8820F}" srcOrd="0" destOrd="0" presId="urn:microsoft.com/office/officeart/2005/8/layout/vList2"/>
    <dgm:cxn modelId="{A9B76955-FC75-4FA6-B571-780CAD0BCE55}" srcId="{7C4309EE-BBB8-4CB3-8D4C-DC88B9D154B5}" destId="{AE41C733-6EA7-4543-BEDE-DFF4BF29C80A}" srcOrd="1" destOrd="0" parTransId="{1CAC0440-60F4-4EED-90DC-D6D5EBBDB48B}" sibTransId="{A8977E23-FF66-4DE9-8D7D-2A454EC2705F}"/>
    <dgm:cxn modelId="{FD37A257-C902-4C50-9073-461A996E4F45}" type="presOf" srcId="{4685DD02-D41A-4896-A0EF-A535CD56D630}" destId="{0F994D37-EF9B-4349-A82F-18E7A2D07B24}" srcOrd="0" destOrd="0" presId="urn:microsoft.com/office/officeart/2005/8/layout/vList2"/>
    <dgm:cxn modelId="{FABE5C78-B623-4652-8F4F-55C3B9867956}" srcId="{AE5E0F6F-1DC5-4630-AF9F-5114C000E5B7}" destId="{2C02805C-C980-41A9-9BCF-3981CA5BAAE0}" srcOrd="0" destOrd="0" parTransId="{434F909A-DE2C-4E7A-8538-927BA2AAB47A}" sibTransId="{1DD856CC-CAA2-4960-87AF-E7B06B06D339}"/>
    <dgm:cxn modelId="{0094BB58-08A7-4AD5-A4C6-C3D6CEB1CE47}" type="presOf" srcId="{A5CCDB05-EA20-45C0-A89F-EFE89DAFAD8A}" destId="{B517C1BA-E9CB-452C-945F-99B172E3A66E}" srcOrd="0" destOrd="1" presId="urn:microsoft.com/office/officeart/2005/8/layout/vList2"/>
    <dgm:cxn modelId="{89AB7A5A-1E44-4C13-9338-FFBFC55131CB}" type="presOf" srcId="{AE41C733-6EA7-4543-BEDE-DFF4BF29C80A}" destId="{0F994D37-EF9B-4349-A82F-18E7A2D07B24}" srcOrd="0" destOrd="1" presId="urn:microsoft.com/office/officeart/2005/8/layout/vList2"/>
    <dgm:cxn modelId="{3A31F485-F0B9-4BAA-ADD6-8E50F03F8BDA}" srcId="{3E792997-0BE7-4489-A162-5FB795D891A0}" destId="{06496C85-8BA0-49D5-A6CA-85EED0D3A587}" srcOrd="2" destOrd="0" parTransId="{6F0B5E74-4432-4E2F-A6DE-E647CC922295}" sibTransId="{50034C98-9C8D-47F3-A5CA-C00AA5C64E58}"/>
    <dgm:cxn modelId="{5C9B1888-5A29-4C45-B836-9274A8D05E74}" srcId="{85D8C6DE-0C41-4501-82C1-CA27F4AF00CC}" destId="{EC54F924-0FE4-4748-98D6-406AA1F25179}" srcOrd="0" destOrd="0" parTransId="{99FB8F91-C1E7-4F07-9520-D47819AE870B}" sibTransId="{9FC5B81F-C567-467B-B7B7-E6186A534672}"/>
    <dgm:cxn modelId="{9311A08C-6285-423D-A25B-4C4C83C11CFB}" srcId="{06496C85-8BA0-49D5-A6CA-85EED0D3A587}" destId="{8929C1DB-E6CA-423F-9704-92F1EB37654C}" srcOrd="2" destOrd="0" parTransId="{8C9F7B40-FFE2-4851-99AE-4000A4A73835}" sibTransId="{E7839FA7-554E-4D86-8DCE-E57399B923F9}"/>
    <dgm:cxn modelId="{98354391-0005-46AE-BD1A-57011FBD4F80}" type="presOf" srcId="{8929C1DB-E6CA-423F-9704-92F1EB37654C}" destId="{E790BC69-6EAA-469A-905F-0EC98EF2A035}" srcOrd="0" destOrd="2" presId="urn:microsoft.com/office/officeart/2005/8/layout/vList2"/>
    <dgm:cxn modelId="{9B4A929C-5D13-45E8-9CEE-7BAFD0AA3573}" type="presOf" srcId="{07BD6DB0-1235-4B70-A5FC-BAFFE31E9D93}" destId="{ECA49D69-590F-4EE5-B37F-16AB37FCD983}" srcOrd="0" destOrd="1" presId="urn:microsoft.com/office/officeart/2005/8/layout/vList2"/>
    <dgm:cxn modelId="{EF95C6A0-7988-4889-A5D5-936ED5CDA3F9}" srcId="{9BD5D2DE-A792-4484-BA38-6E7AFC89E4E7}" destId="{122BE828-BCFE-457C-8AA8-23682CDF8E94}" srcOrd="0" destOrd="0" parTransId="{0AE28344-ED43-4EFA-8731-8F3A13742393}" sibTransId="{DF3D9670-DDE3-473B-8DC0-38A73F72C022}"/>
    <dgm:cxn modelId="{43B09BA5-65AF-4D60-97A9-49628B335675}" type="presOf" srcId="{3E792997-0BE7-4489-A162-5FB795D891A0}" destId="{D1972724-6B49-42F5-9C7F-9BBE5CB0E138}" srcOrd="0" destOrd="0" presId="urn:microsoft.com/office/officeart/2005/8/layout/vList2"/>
    <dgm:cxn modelId="{CD3EBEA7-F237-4822-950F-E43A4D59A567}" srcId="{7C4309EE-BBB8-4CB3-8D4C-DC88B9D154B5}" destId="{4685DD02-D41A-4896-A0EF-A535CD56D630}" srcOrd="0" destOrd="0" parTransId="{18AE80AB-5CBB-48CF-8A28-461D162CC29E}" sibTransId="{8F8C2A16-A490-4704-BBEE-1BA10154487D}"/>
    <dgm:cxn modelId="{E1DC23AE-BAE9-4D34-8FCE-706C10B6DF85}" type="presOf" srcId="{06496C85-8BA0-49D5-A6CA-85EED0D3A587}" destId="{0CB9B783-1F53-429D-8B0E-FDDCF12BA8A2}" srcOrd="0" destOrd="0" presId="urn:microsoft.com/office/officeart/2005/8/layout/vList2"/>
    <dgm:cxn modelId="{46F047AE-D099-4B9F-8A59-6C4A8BE71C0B}" type="presOf" srcId="{152CBFF6-9CBB-4AFA-8896-4674C91A20A6}" destId="{ECA49D69-590F-4EE5-B37F-16AB37FCD983}" srcOrd="0" destOrd="2" presId="urn:microsoft.com/office/officeart/2005/8/layout/vList2"/>
    <dgm:cxn modelId="{64B8A7BC-CC17-4EA3-A1DE-6FF70365C17F}" type="presOf" srcId="{EC54F924-0FE4-4748-98D6-406AA1F25179}" destId="{B517C1BA-E9CB-452C-945F-99B172E3A66E}" srcOrd="0" destOrd="0" presId="urn:microsoft.com/office/officeart/2005/8/layout/vList2"/>
    <dgm:cxn modelId="{593517C7-C225-4F0B-B108-C8A720CA2220}" srcId="{06496C85-8BA0-49D5-A6CA-85EED0D3A587}" destId="{6685C5FB-EB3D-4D25-B402-919C1EEB08DC}" srcOrd="1" destOrd="0" parTransId="{5BBB2D8C-0347-4320-A355-5449501BFB9F}" sibTransId="{365CE2FD-3508-4D1F-9BF8-424EC0F3A59C}"/>
    <dgm:cxn modelId="{9B9295CD-97EE-4237-AE95-44E29334B345}" srcId="{7C4309EE-BBB8-4CB3-8D4C-DC88B9D154B5}" destId="{4ACB20D1-23FC-4EE3-9BA7-A815CDED2249}" srcOrd="3" destOrd="0" parTransId="{D5F1B1F5-0BD2-4202-BEE4-7932A09EFC3D}" sibTransId="{8338C0EA-5B4F-4D58-B18F-08375C1E01FB}"/>
    <dgm:cxn modelId="{E5FFDBD8-A87A-4787-A30D-B65C0C93EA83}" srcId="{06496C85-8BA0-49D5-A6CA-85EED0D3A587}" destId="{C461CC8C-A87C-48E4-B616-9AE03AEFFC2D}" srcOrd="0" destOrd="0" parTransId="{D0800F6A-92AE-4FDE-B201-0B666D62BDA9}" sibTransId="{71BDEBB1-97A7-4975-945E-D593BAAD8E58}"/>
    <dgm:cxn modelId="{780E84E6-1D07-4977-8757-8896893AB4A4}" srcId="{3E792997-0BE7-4489-A162-5FB795D891A0}" destId="{7C4309EE-BBB8-4CB3-8D4C-DC88B9D154B5}" srcOrd="4" destOrd="0" parTransId="{153196C3-184A-497C-B073-82AE83547F40}" sibTransId="{C505B128-510F-4A91-AAB2-93FCD129C244}"/>
    <dgm:cxn modelId="{7F410FFF-6020-4F2E-B5A5-FCF78194ABA4}" srcId="{AE5E0F6F-1DC5-4630-AF9F-5114C000E5B7}" destId="{4F87CE27-5368-4BC7-8771-351F705F0440}" srcOrd="1" destOrd="0" parTransId="{F8A61516-E448-4760-91D5-7F12F9A109BE}" sibTransId="{DCA1B59A-D36C-4AB4-B078-1CCA1014A4EA}"/>
    <dgm:cxn modelId="{AC39EA0F-7272-49A3-821F-96CDE181FB08}" type="presParOf" srcId="{D1972724-6B49-42F5-9C7F-9BBE5CB0E138}" destId="{E058078C-48F0-4AD8-A702-011A1B42AF47}" srcOrd="0" destOrd="0" presId="urn:microsoft.com/office/officeart/2005/8/layout/vList2"/>
    <dgm:cxn modelId="{0F882FC6-8834-4290-ACA0-FD0A255F225C}" type="presParOf" srcId="{D1972724-6B49-42F5-9C7F-9BBE5CB0E138}" destId="{6C2AB213-C973-4D04-849C-B7BE58E8820F}" srcOrd="1" destOrd="0" presId="urn:microsoft.com/office/officeart/2005/8/layout/vList2"/>
    <dgm:cxn modelId="{615E4F34-AB28-465C-948F-CCB0C22F06AF}" type="presParOf" srcId="{D1972724-6B49-42F5-9C7F-9BBE5CB0E138}" destId="{302C46EE-CA92-449E-A326-550A32D320A3}" srcOrd="2" destOrd="0" presId="urn:microsoft.com/office/officeart/2005/8/layout/vList2"/>
    <dgm:cxn modelId="{60E0FF91-0F09-4266-A96E-3B0BBF7BF20A}" type="presParOf" srcId="{D1972724-6B49-42F5-9C7F-9BBE5CB0E138}" destId="{B517C1BA-E9CB-452C-945F-99B172E3A66E}" srcOrd="3" destOrd="0" presId="urn:microsoft.com/office/officeart/2005/8/layout/vList2"/>
    <dgm:cxn modelId="{00E87980-02E6-4E16-A491-F01DB11A354C}" type="presParOf" srcId="{D1972724-6B49-42F5-9C7F-9BBE5CB0E138}" destId="{0CB9B783-1F53-429D-8B0E-FDDCF12BA8A2}" srcOrd="4" destOrd="0" presId="urn:microsoft.com/office/officeart/2005/8/layout/vList2"/>
    <dgm:cxn modelId="{E8634EE1-16BD-4DE8-8587-5CE41F8742F8}" type="presParOf" srcId="{D1972724-6B49-42F5-9C7F-9BBE5CB0E138}" destId="{E790BC69-6EAA-469A-905F-0EC98EF2A035}" srcOrd="5" destOrd="0" presId="urn:microsoft.com/office/officeart/2005/8/layout/vList2"/>
    <dgm:cxn modelId="{04F1537C-63B6-4A31-879C-A81EAAEE02D2}" type="presParOf" srcId="{D1972724-6B49-42F5-9C7F-9BBE5CB0E138}" destId="{22431D77-6777-4445-ACDA-18B366205E67}" srcOrd="6" destOrd="0" presId="urn:microsoft.com/office/officeart/2005/8/layout/vList2"/>
    <dgm:cxn modelId="{5C549BDB-D1EC-45E3-A004-E14525170AC8}" type="presParOf" srcId="{D1972724-6B49-42F5-9C7F-9BBE5CB0E138}" destId="{ECA49D69-590F-4EE5-B37F-16AB37FCD983}" srcOrd="7" destOrd="0" presId="urn:microsoft.com/office/officeart/2005/8/layout/vList2"/>
    <dgm:cxn modelId="{89D08806-3CC5-4B8E-92AB-F2DFD48B2E45}" type="presParOf" srcId="{D1972724-6B49-42F5-9C7F-9BBE5CB0E138}" destId="{7A899F8A-C9F9-4E6A-AA1D-A8F911754C30}" srcOrd="8" destOrd="0" presId="urn:microsoft.com/office/officeart/2005/8/layout/vList2"/>
    <dgm:cxn modelId="{BB67D520-B427-4DF6-AF62-ACC45C0DA56E}" type="presParOf" srcId="{D1972724-6B49-42F5-9C7F-9BBE5CB0E138}" destId="{0F994D37-EF9B-4349-A82F-18E7A2D07B24}" srcOrd="9"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5F12FC2-76CC-441C-A5C0-2A7D8B91F209}" type="doc">
      <dgm:prSet loTypeId="urn:microsoft.com/office/officeart/2005/8/layout/vList2" loCatId="list" qsTypeId="urn:microsoft.com/office/officeart/2005/8/quickstyle/simple1" qsCatId="simple" csTypeId="urn:microsoft.com/office/officeart/2005/8/colors/colorful4" csCatId="colorful" phldr="1"/>
      <dgm:spPr/>
      <dgm:t>
        <a:bodyPr/>
        <a:lstStyle/>
        <a:p>
          <a:endParaRPr lang="en-US"/>
        </a:p>
      </dgm:t>
    </dgm:pt>
    <dgm:pt modelId="{45E69314-6486-4FC2-A43D-5E9CEC86C205}">
      <dgm:prSet/>
      <dgm:spPr/>
      <dgm:t>
        <a:bodyPr/>
        <a:lstStyle/>
        <a:p>
          <a:r>
            <a:rPr lang="en-US" b="0" i="0"/>
            <a:t>Subscription Capabilities:</a:t>
          </a:r>
          <a:endParaRPr lang="en-US"/>
        </a:p>
      </dgm:t>
    </dgm:pt>
    <dgm:pt modelId="{893365B3-121D-4713-93D4-FC370D4B4ABB}" type="parTrans" cxnId="{A6EDB78C-76C1-433A-BA81-1176964CA46B}">
      <dgm:prSet/>
      <dgm:spPr/>
      <dgm:t>
        <a:bodyPr/>
        <a:lstStyle/>
        <a:p>
          <a:endParaRPr lang="en-US"/>
        </a:p>
      </dgm:t>
    </dgm:pt>
    <dgm:pt modelId="{1DB0A74D-965B-4753-8DCC-E47CCBA8FDC2}" type="sibTrans" cxnId="{A6EDB78C-76C1-433A-BA81-1176964CA46B}">
      <dgm:prSet/>
      <dgm:spPr/>
      <dgm:t>
        <a:bodyPr/>
        <a:lstStyle/>
        <a:p>
          <a:endParaRPr lang="en-US"/>
        </a:p>
      </dgm:t>
    </dgm:pt>
    <dgm:pt modelId="{9CDF7105-0228-4FF3-879B-5700DA301C9B}">
      <dgm:prSet/>
      <dgm:spPr/>
      <dgm:t>
        <a:bodyPr/>
        <a:lstStyle/>
        <a:p>
          <a:r>
            <a:rPr lang="en-US" b="0" i="0" dirty="0"/>
            <a:t>Access to a complete and UpToDate catalogue of available bullions with relevant attributes.</a:t>
          </a:r>
          <a:endParaRPr lang="en-US" dirty="0"/>
        </a:p>
      </dgm:t>
    </dgm:pt>
    <dgm:pt modelId="{EE79E15B-70FA-4744-9EF8-E7166AC19662}" type="parTrans" cxnId="{44800674-2361-406D-8A7F-DCF1D90892A9}">
      <dgm:prSet/>
      <dgm:spPr/>
      <dgm:t>
        <a:bodyPr/>
        <a:lstStyle/>
        <a:p>
          <a:endParaRPr lang="en-US"/>
        </a:p>
      </dgm:t>
    </dgm:pt>
    <dgm:pt modelId="{06851909-6F47-4170-A701-BC9FE811A31A}" type="sibTrans" cxnId="{44800674-2361-406D-8A7F-DCF1D90892A9}">
      <dgm:prSet/>
      <dgm:spPr/>
      <dgm:t>
        <a:bodyPr/>
        <a:lstStyle/>
        <a:p>
          <a:endParaRPr lang="en-US"/>
        </a:p>
      </dgm:t>
    </dgm:pt>
    <dgm:pt modelId="{A938D93B-075B-431B-B0C4-9A9856276215}">
      <dgm:prSet/>
      <dgm:spPr/>
      <dgm:t>
        <a:bodyPr/>
        <a:lstStyle/>
        <a:p>
          <a:r>
            <a:rPr lang="en-US" b="0" i="0" dirty="0"/>
            <a:t>Automated eligibility and suitability checks before allowing a gold purchase.</a:t>
          </a:r>
          <a:endParaRPr lang="en-US" dirty="0"/>
        </a:p>
      </dgm:t>
    </dgm:pt>
    <dgm:pt modelId="{113B70DB-105F-4D54-82D7-FEDA44794B3E}" type="parTrans" cxnId="{CF66059E-7783-4B22-83C1-C5BDB1419351}">
      <dgm:prSet/>
      <dgm:spPr/>
      <dgm:t>
        <a:bodyPr/>
        <a:lstStyle/>
        <a:p>
          <a:endParaRPr lang="en-US"/>
        </a:p>
      </dgm:t>
    </dgm:pt>
    <dgm:pt modelId="{0A36FCCE-6C5B-4557-AA28-C3054E076CCD}" type="sibTrans" cxnId="{CF66059E-7783-4B22-83C1-C5BDB1419351}">
      <dgm:prSet/>
      <dgm:spPr/>
      <dgm:t>
        <a:bodyPr/>
        <a:lstStyle/>
        <a:p>
          <a:endParaRPr lang="en-US"/>
        </a:p>
      </dgm:t>
    </dgm:pt>
    <dgm:pt modelId="{8DB3BD37-EEB8-4CAC-BA67-AF93B78E238A}">
      <dgm:prSet/>
      <dgm:spPr/>
      <dgm:t>
        <a:bodyPr/>
        <a:lstStyle/>
        <a:p>
          <a:r>
            <a:rPr lang="en-US" b="0" i="0" dirty="0"/>
            <a:t>Flexible investment amounts based on the bullion's minimum and maximum thresholds.</a:t>
          </a:r>
          <a:endParaRPr lang="en-US" dirty="0"/>
        </a:p>
      </dgm:t>
    </dgm:pt>
    <dgm:pt modelId="{B4816775-D236-4D11-BC6D-AD1D5EBEC45E}" type="parTrans" cxnId="{B64DB54D-47A7-4205-9B4B-9F27DE31506E}">
      <dgm:prSet/>
      <dgm:spPr/>
      <dgm:t>
        <a:bodyPr/>
        <a:lstStyle/>
        <a:p>
          <a:endParaRPr lang="en-US"/>
        </a:p>
      </dgm:t>
    </dgm:pt>
    <dgm:pt modelId="{7705282D-E718-4EC8-9C29-3EE099F3162C}" type="sibTrans" cxnId="{B64DB54D-47A7-4205-9B4B-9F27DE31506E}">
      <dgm:prSet/>
      <dgm:spPr/>
      <dgm:t>
        <a:bodyPr/>
        <a:lstStyle/>
        <a:p>
          <a:endParaRPr lang="en-US"/>
        </a:p>
      </dgm:t>
    </dgm:pt>
    <dgm:pt modelId="{8BDB6D62-2E68-400A-B941-C2CEE057A9F2}">
      <dgm:prSet/>
      <dgm:spPr/>
      <dgm:t>
        <a:bodyPr/>
        <a:lstStyle/>
        <a:p>
          <a:r>
            <a:rPr lang="en-US" b="0" i="0" dirty="0"/>
            <a:t>Immediate confirmation of successful subscriptions with unique transaction IDs.</a:t>
          </a:r>
          <a:endParaRPr lang="en-US" dirty="0"/>
        </a:p>
      </dgm:t>
    </dgm:pt>
    <dgm:pt modelId="{DA5CF8F0-9B5B-49A0-84CE-740147B80DD6}" type="parTrans" cxnId="{E5125953-E97A-485E-98AC-9460921B7CCA}">
      <dgm:prSet/>
      <dgm:spPr/>
      <dgm:t>
        <a:bodyPr/>
        <a:lstStyle/>
        <a:p>
          <a:endParaRPr lang="en-US"/>
        </a:p>
      </dgm:t>
    </dgm:pt>
    <dgm:pt modelId="{4DD39A3D-E2A5-4AF4-8497-FC28C670E162}" type="sibTrans" cxnId="{E5125953-E97A-485E-98AC-9460921B7CCA}">
      <dgm:prSet/>
      <dgm:spPr/>
      <dgm:t>
        <a:bodyPr/>
        <a:lstStyle/>
        <a:p>
          <a:endParaRPr lang="en-US"/>
        </a:p>
      </dgm:t>
    </dgm:pt>
    <dgm:pt modelId="{BA1DBCAC-0680-4B47-9A18-B2390053BC79}">
      <dgm:prSet/>
      <dgm:spPr/>
      <dgm:t>
        <a:bodyPr/>
        <a:lstStyle/>
        <a:p>
          <a:r>
            <a:rPr lang="en-US" b="0" i="0" dirty="0"/>
            <a:t>Redemption Capabilities:</a:t>
          </a:r>
          <a:endParaRPr lang="en-US" dirty="0"/>
        </a:p>
      </dgm:t>
    </dgm:pt>
    <dgm:pt modelId="{34CF5DA0-6BA2-4C1D-A30A-0BE584413592}" type="parTrans" cxnId="{33EDB80F-4027-4D3B-B439-8A59F6037347}">
      <dgm:prSet/>
      <dgm:spPr/>
      <dgm:t>
        <a:bodyPr/>
        <a:lstStyle/>
        <a:p>
          <a:endParaRPr lang="en-US"/>
        </a:p>
      </dgm:t>
    </dgm:pt>
    <dgm:pt modelId="{47A3E6C8-812A-4757-B7BD-3AE28AEFCA00}" type="sibTrans" cxnId="{33EDB80F-4027-4D3B-B439-8A59F6037347}">
      <dgm:prSet/>
      <dgm:spPr/>
      <dgm:t>
        <a:bodyPr/>
        <a:lstStyle/>
        <a:p>
          <a:endParaRPr lang="en-US"/>
        </a:p>
      </dgm:t>
    </dgm:pt>
    <dgm:pt modelId="{F59B9280-3FE3-4726-96D3-3E68B919F5FE}">
      <dgm:prSet/>
      <dgm:spPr/>
      <dgm:t>
        <a:bodyPr/>
        <a:lstStyle/>
        <a:p>
          <a:r>
            <a:rPr lang="en-US" b="0" i="0" dirty="0"/>
            <a:t>Ability to request a partial or full withdrawal from owned gold holdings.</a:t>
          </a:r>
          <a:endParaRPr lang="en-US" dirty="0"/>
        </a:p>
      </dgm:t>
    </dgm:pt>
    <dgm:pt modelId="{8ED76E35-02D5-41C8-9A75-05E1AD851D21}" type="parTrans" cxnId="{AAB01817-E192-485A-82B6-688760FC933C}">
      <dgm:prSet/>
      <dgm:spPr/>
      <dgm:t>
        <a:bodyPr/>
        <a:lstStyle/>
        <a:p>
          <a:endParaRPr lang="en-US"/>
        </a:p>
      </dgm:t>
    </dgm:pt>
    <dgm:pt modelId="{2567FDF0-C7A9-41AF-9199-84FC5A94FC7D}" type="sibTrans" cxnId="{AAB01817-E192-485A-82B6-688760FC933C}">
      <dgm:prSet/>
      <dgm:spPr/>
      <dgm:t>
        <a:bodyPr/>
        <a:lstStyle/>
        <a:p>
          <a:endParaRPr lang="en-US"/>
        </a:p>
      </dgm:t>
    </dgm:pt>
    <dgm:pt modelId="{D0D72F7B-92C0-4462-B073-173443209A35}">
      <dgm:prSet/>
      <dgm:spPr/>
      <dgm:t>
        <a:bodyPr/>
        <a:lstStyle/>
        <a:p>
          <a:r>
            <a:rPr lang="en-US" b="0" i="0" dirty="0"/>
            <a:t>Handling of settlement timelines according to the product's operational rules.</a:t>
          </a:r>
          <a:endParaRPr lang="en-US" dirty="0"/>
        </a:p>
      </dgm:t>
    </dgm:pt>
    <dgm:pt modelId="{67AF467C-DAEA-43FD-BE83-ABE25BB46451}" type="parTrans" cxnId="{407B5D1A-F9CC-4C3B-A9BD-2231144E76C4}">
      <dgm:prSet/>
      <dgm:spPr/>
      <dgm:t>
        <a:bodyPr/>
        <a:lstStyle/>
        <a:p>
          <a:endParaRPr lang="en-US"/>
        </a:p>
      </dgm:t>
    </dgm:pt>
    <dgm:pt modelId="{5B0C9B24-F376-44EC-8FB4-9CAAB0DAA8D1}" type="sibTrans" cxnId="{407B5D1A-F9CC-4C3B-A9BD-2231144E76C4}">
      <dgm:prSet/>
      <dgm:spPr/>
      <dgm:t>
        <a:bodyPr/>
        <a:lstStyle/>
        <a:p>
          <a:endParaRPr lang="en-US"/>
        </a:p>
      </dgm:t>
    </dgm:pt>
    <dgm:pt modelId="{540F3E72-6176-421F-BED9-0D1F59C87507}">
      <dgm:prSet/>
      <dgm:spPr/>
      <dgm:t>
        <a:bodyPr/>
        <a:lstStyle/>
        <a:p>
          <a:r>
            <a:rPr lang="en-US" b="0" i="0" dirty="0"/>
            <a:t>Status tracking from request initiation to completion.</a:t>
          </a:r>
          <a:endParaRPr lang="en-US" dirty="0"/>
        </a:p>
      </dgm:t>
    </dgm:pt>
    <dgm:pt modelId="{5DDA0272-EA70-492F-B9C7-000752092EFC}" type="parTrans" cxnId="{6CB2E5B4-EE6A-4304-BB2A-C0C15889B004}">
      <dgm:prSet/>
      <dgm:spPr/>
      <dgm:t>
        <a:bodyPr/>
        <a:lstStyle/>
        <a:p>
          <a:endParaRPr lang="en-US"/>
        </a:p>
      </dgm:t>
    </dgm:pt>
    <dgm:pt modelId="{24A5121E-AC31-43AE-BECE-5FC2C33AED97}" type="sibTrans" cxnId="{6CB2E5B4-EE6A-4304-BB2A-C0C15889B004}">
      <dgm:prSet/>
      <dgm:spPr/>
      <dgm:t>
        <a:bodyPr/>
        <a:lstStyle/>
        <a:p>
          <a:endParaRPr lang="en-US"/>
        </a:p>
      </dgm:t>
    </dgm:pt>
    <dgm:pt modelId="{83125A34-434A-44FB-89C4-49BD24B6445B}">
      <dgm:prSet/>
      <dgm:spPr/>
      <dgm:t>
        <a:bodyPr/>
        <a:lstStyle/>
        <a:p>
          <a:r>
            <a:rPr lang="en-US" b="0" i="0"/>
            <a:t>Portfolio Management:</a:t>
          </a:r>
          <a:endParaRPr lang="en-US"/>
        </a:p>
      </dgm:t>
    </dgm:pt>
    <dgm:pt modelId="{B288AA91-3F54-4E16-AFA7-482E4F34CE76}" type="parTrans" cxnId="{3634550A-601B-4AA4-8CD5-9285031CB4FD}">
      <dgm:prSet/>
      <dgm:spPr/>
      <dgm:t>
        <a:bodyPr/>
        <a:lstStyle/>
        <a:p>
          <a:endParaRPr lang="en-US"/>
        </a:p>
      </dgm:t>
    </dgm:pt>
    <dgm:pt modelId="{D00FC772-323B-48EC-8671-17AFEAB04509}" type="sibTrans" cxnId="{3634550A-601B-4AA4-8CD5-9285031CB4FD}">
      <dgm:prSet/>
      <dgm:spPr/>
      <dgm:t>
        <a:bodyPr/>
        <a:lstStyle/>
        <a:p>
          <a:endParaRPr lang="en-US"/>
        </a:p>
      </dgm:t>
    </dgm:pt>
    <dgm:pt modelId="{A91C9D03-9E98-4B32-8E0A-3BD1CBA1BE57}">
      <dgm:prSet/>
      <dgm:spPr/>
      <dgm:t>
        <a:bodyPr/>
        <a:lstStyle/>
        <a:p>
          <a:r>
            <a:rPr lang="en-US" b="0" i="0" dirty="0"/>
            <a:t>Consolidated view of all customer holdings across multiple wallets.</a:t>
          </a:r>
          <a:endParaRPr lang="en-US" dirty="0"/>
        </a:p>
      </dgm:t>
    </dgm:pt>
    <dgm:pt modelId="{E4E3FD69-6AF8-4372-A3B1-1ED203CE4E0D}" type="parTrans" cxnId="{1DD3E705-51E5-41E6-BA86-670C66DFAA9F}">
      <dgm:prSet/>
      <dgm:spPr/>
      <dgm:t>
        <a:bodyPr/>
        <a:lstStyle/>
        <a:p>
          <a:endParaRPr lang="en-US"/>
        </a:p>
      </dgm:t>
    </dgm:pt>
    <dgm:pt modelId="{1EC359F2-40B5-47D1-881D-F1113AC3D972}" type="sibTrans" cxnId="{1DD3E705-51E5-41E6-BA86-670C66DFAA9F}">
      <dgm:prSet/>
      <dgm:spPr/>
      <dgm:t>
        <a:bodyPr/>
        <a:lstStyle/>
        <a:p>
          <a:endParaRPr lang="en-US"/>
        </a:p>
      </dgm:t>
    </dgm:pt>
    <dgm:pt modelId="{7E6FD2B3-E9F5-4162-AF01-28C0F5950604}">
      <dgm:prSet/>
      <dgm:spPr/>
      <dgm:t>
        <a:bodyPr/>
        <a:lstStyle/>
        <a:p>
          <a:r>
            <a:rPr lang="en-US" b="0" i="0" dirty="0"/>
            <a:t>Real-time updates of gold quantities, valuations, and asset composition.</a:t>
          </a:r>
          <a:endParaRPr lang="en-US" dirty="0"/>
        </a:p>
      </dgm:t>
    </dgm:pt>
    <dgm:pt modelId="{B32AB77E-B77D-4FCB-AAF1-31E49195D519}" type="parTrans" cxnId="{D4F8106E-FE5E-4857-84A8-F6B097E420AC}">
      <dgm:prSet/>
      <dgm:spPr/>
      <dgm:t>
        <a:bodyPr/>
        <a:lstStyle/>
        <a:p>
          <a:endParaRPr lang="en-US"/>
        </a:p>
      </dgm:t>
    </dgm:pt>
    <dgm:pt modelId="{1FDEEADB-F391-4CB0-879E-A47A9ED40285}" type="sibTrans" cxnId="{D4F8106E-FE5E-4857-84A8-F6B097E420AC}">
      <dgm:prSet/>
      <dgm:spPr/>
      <dgm:t>
        <a:bodyPr/>
        <a:lstStyle/>
        <a:p>
          <a:endParaRPr lang="en-US"/>
        </a:p>
      </dgm:t>
    </dgm:pt>
    <dgm:pt modelId="{7CBEC828-445E-4A3F-B051-551D305A2C6F}">
      <dgm:prSet/>
      <dgm:spPr/>
      <dgm:t>
        <a:bodyPr/>
        <a:lstStyle/>
        <a:p>
          <a:r>
            <a:rPr lang="en-US" b="0" i="0" dirty="0"/>
            <a:t>Exportable reports for compliance and record-keeping.</a:t>
          </a:r>
          <a:endParaRPr lang="en-US" dirty="0"/>
        </a:p>
      </dgm:t>
    </dgm:pt>
    <dgm:pt modelId="{75708B3A-D0EC-40AE-9DB1-F5CDC7C11AA3}" type="parTrans" cxnId="{E8501795-ABE3-4E5B-889E-37F8615ABBA9}">
      <dgm:prSet/>
      <dgm:spPr/>
      <dgm:t>
        <a:bodyPr/>
        <a:lstStyle/>
        <a:p>
          <a:endParaRPr lang="en-US"/>
        </a:p>
      </dgm:t>
    </dgm:pt>
    <dgm:pt modelId="{E9902A47-8A6E-47D5-8EBC-943E7ADFA6A3}" type="sibTrans" cxnId="{E8501795-ABE3-4E5B-889E-37F8615ABBA9}">
      <dgm:prSet/>
      <dgm:spPr/>
      <dgm:t>
        <a:bodyPr/>
        <a:lstStyle/>
        <a:p>
          <a:endParaRPr lang="en-US"/>
        </a:p>
      </dgm:t>
    </dgm:pt>
    <dgm:pt modelId="{1E7B7264-992C-41B4-A5BE-CC4B7C666AE4}">
      <dgm:prSet/>
      <dgm:spPr/>
      <dgm:t>
        <a:bodyPr/>
        <a:lstStyle/>
        <a:p>
          <a:r>
            <a:rPr lang="en-US" b="0" i="0"/>
            <a:t>Reporting &amp; Notifications:</a:t>
          </a:r>
          <a:endParaRPr lang="en-US"/>
        </a:p>
      </dgm:t>
    </dgm:pt>
    <dgm:pt modelId="{68F24E94-5A89-455F-82DB-00F56B3E8AB5}" type="parTrans" cxnId="{A7E1D3A6-E9AE-4CFB-BF38-59BDA71B4F88}">
      <dgm:prSet/>
      <dgm:spPr/>
      <dgm:t>
        <a:bodyPr/>
        <a:lstStyle/>
        <a:p>
          <a:endParaRPr lang="en-US"/>
        </a:p>
      </dgm:t>
    </dgm:pt>
    <dgm:pt modelId="{50B8F52A-C33C-49DB-A33D-87708FC31C23}" type="sibTrans" cxnId="{A7E1D3A6-E9AE-4CFB-BF38-59BDA71B4F88}">
      <dgm:prSet/>
      <dgm:spPr/>
      <dgm:t>
        <a:bodyPr/>
        <a:lstStyle/>
        <a:p>
          <a:endParaRPr lang="en-US"/>
        </a:p>
      </dgm:t>
    </dgm:pt>
    <dgm:pt modelId="{B925C103-9909-4364-9493-F5F5819FF831}">
      <dgm:prSet/>
      <dgm:spPr/>
      <dgm:t>
        <a:bodyPr/>
        <a:lstStyle/>
        <a:p>
          <a:r>
            <a:rPr lang="en-US" b="0" i="0" dirty="0"/>
            <a:t>Transaction summaries for subscriptions and redemptions.</a:t>
          </a:r>
          <a:endParaRPr lang="en-US" dirty="0"/>
        </a:p>
      </dgm:t>
    </dgm:pt>
    <dgm:pt modelId="{9C2EBA7C-69F4-41CA-8310-5BFF18BA28A1}" type="parTrans" cxnId="{605986A6-8ED0-46E9-B669-EAA37F14F435}">
      <dgm:prSet/>
      <dgm:spPr/>
      <dgm:t>
        <a:bodyPr/>
        <a:lstStyle/>
        <a:p>
          <a:endParaRPr lang="en-US"/>
        </a:p>
      </dgm:t>
    </dgm:pt>
    <dgm:pt modelId="{3BACD28C-D352-40A0-9224-035B0586F8D5}" type="sibTrans" cxnId="{605986A6-8ED0-46E9-B669-EAA37F14F435}">
      <dgm:prSet/>
      <dgm:spPr/>
      <dgm:t>
        <a:bodyPr/>
        <a:lstStyle/>
        <a:p>
          <a:endParaRPr lang="en-US"/>
        </a:p>
      </dgm:t>
    </dgm:pt>
    <dgm:pt modelId="{561CACA6-AF68-4B49-ADB9-88321047AF3B}">
      <dgm:prSet/>
      <dgm:spPr/>
      <dgm:t>
        <a:bodyPr/>
        <a:lstStyle/>
        <a:p>
          <a:r>
            <a:rPr lang="en-US" b="0" i="0" dirty="0"/>
            <a:t>Periodic performance statements for each customer portfolio.</a:t>
          </a:r>
          <a:endParaRPr lang="en-US" dirty="0"/>
        </a:p>
      </dgm:t>
    </dgm:pt>
    <dgm:pt modelId="{2AAD8A54-54C3-4ABC-8F5B-B1DCE2BFCFF1}" type="parTrans" cxnId="{FCBA5791-DCBB-4C2C-88FF-4544E8441AF6}">
      <dgm:prSet/>
      <dgm:spPr/>
      <dgm:t>
        <a:bodyPr/>
        <a:lstStyle/>
        <a:p>
          <a:endParaRPr lang="en-US"/>
        </a:p>
      </dgm:t>
    </dgm:pt>
    <dgm:pt modelId="{E82E1896-03AA-4F83-890B-0EB19FB2B6D6}" type="sibTrans" cxnId="{FCBA5791-DCBB-4C2C-88FF-4544E8441AF6}">
      <dgm:prSet/>
      <dgm:spPr/>
      <dgm:t>
        <a:bodyPr/>
        <a:lstStyle/>
        <a:p>
          <a:endParaRPr lang="en-US"/>
        </a:p>
      </dgm:t>
    </dgm:pt>
    <dgm:pt modelId="{4B1F4F69-F9C1-42D7-9685-074B3E3F1160}">
      <dgm:prSet/>
      <dgm:spPr/>
      <dgm:t>
        <a:bodyPr/>
        <a:lstStyle/>
        <a:p>
          <a:r>
            <a:rPr lang="en-US" b="0" i="0" dirty="0"/>
            <a:t>Alerts for key events such as rate changes, dividend distributions, or product suspensions.</a:t>
          </a:r>
          <a:endParaRPr lang="en-US" dirty="0"/>
        </a:p>
      </dgm:t>
    </dgm:pt>
    <dgm:pt modelId="{AF020B44-B253-448F-955A-905BBCF4B485}" type="parTrans" cxnId="{F48D35D3-0B49-41C9-AE79-165EC19E1B6C}">
      <dgm:prSet/>
      <dgm:spPr/>
      <dgm:t>
        <a:bodyPr/>
        <a:lstStyle/>
        <a:p>
          <a:endParaRPr lang="en-US"/>
        </a:p>
      </dgm:t>
    </dgm:pt>
    <dgm:pt modelId="{BBFA9915-52E5-42E5-9197-6EF39F1CF2AB}" type="sibTrans" cxnId="{F48D35D3-0B49-41C9-AE79-165EC19E1B6C}">
      <dgm:prSet/>
      <dgm:spPr/>
      <dgm:t>
        <a:bodyPr/>
        <a:lstStyle/>
        <a:p>
          <a:endParaRPr lang="en-US"/>
        </a:p>
      </dgm:t>
    </dgm:pt>
    <dgm:pt modelId="{89884A0D-EB1C-432A-B01D-214567B38BFC}" type="pres">
      <dgm:prSet presAssocID="{85F12FC2-76CC-441C-A5C0-2A7D8B91F209}" presName="linear" presStyleCnt="0">
        <dgm:presLayoutVars>
          <dgm:animLvl val="lvl"/>
          <dgm:resizeHandles val="exact"/>
        </dgm:presLayoutVars>
      </dgm:prSet>
      <dgm:spPr/>
    </dgm:pt>
    <dgm:pt modelId="{4EC73E92-29D5-49E7-84B5-DC3086A23E49}" type="pres">
      <dgm:prSet presAssocID="{45E69314-6486-4FC2-A43D-5E9CEC86C205}" presName="parentText" presStyleLbl="node1" presStyleIdx="0" presStyleCnt="4">
        <dgm:presLayoutVars>
          <dgm:chMax val="0"/>
          <dgm:bulletEnabled val="1"/>
        </dgm:presLayoutVars>
      </dgm:prSet>
      <dgm:spPr/>
    </dgm:pt>
    <dgm:pt modelId="{324802A5-505E-4E1D-AE38-B66B7EF8109C}" type="pres">
      <dgm:prSet presAssocID="{45E69314-6486-4FC2-A43D-5E9CEC86C205}" presName="childText" presStyleLbl="revTx" presStyleIdx="0" presStyleCnt="4">
        <dgm:presLayoutVars>
          <dgm:bulletEnabled val="1"/>
        </dgm:presLayoutVars>
      </dgm:prSet>
      <dgm:spPr/>
    </dgm:pt>
    <dgm:pt modelId="{547B3251-6645-4539-9262-3228B3390EFA}" type="pres">
      <dgm:prSet presAssocID="{BA1DBCAC-0680-4B47-9A18-B2390053BC79}" presName="parentText" presStyleLbl="node1" presStyleIdx="1" presStyleCnt="4">
        <dgm:presLayoutVars>
          <dgm:chMax val="0"/>
          <dgm:bulletEnabled val="1"/>
        </dgm:presLayoutVars>
      </dgm:prSet>
      <dgm:spPr/>
    </dgm:pt>
    <dgm:pt modelId="{CF3E3CF9-8C64-4FAA-8EF4-0E8DD2D0E405}" type="pres">
      <dgm:prSet presAssocID="{BA1DBCAC-0680-4B47-9A18-B2390053BC79}" presName="childText" presStyleLbl="revTx" presStyleIdx="1" presStyleCnt="4">
        <dgm:presLayoutVars>
          <dgm:bulletEnabled val="1"/>
        </dgm:presLayoutVars>
      </dgm:prSet>
      <dgm:spPr/>
    </dgm:pt>
    <dgm:pt modelId="{BF4170E2-3CAB-44E2-8DFC-296F51C923C1}" type="pres">
      <dgm:prSet presAssocID="{83125A34-434A-44FB-89C4-49BD24B6445B}" presName="parentText" presStyleLbl="node1" presStyleIdx="2" presStyleCnt="4">
        <dgm:presLayoutVars>
          <dgm:chMax val="0"/>
          <dgm:bulletEnabled val="1"/>
        </dgm:presLayoutVars>
      </dgm:prSet>
      <dgm:spPr/>
    </dgm:pt>
    <dgm:pt modelId="{283E5283-AFA6-4498-93CC-3CBCBD6557FB}" type="pres">
      <dgm:prSet presAssocID="{83125A34-434A-44FB-89C4-49BD24B6445B}" presName="childText" presStyleLbl="revTx" presStyleIdx="2" presStyleCnt="4">
        <dgm:presLayoutVars>
          <dgm:bulletEnabled val="1"/>
        </dgm:presLayoutVars>
      </dgm:prSet>
      <dgm:spPr/>
    </dgm:pt>
    <dgm:pt modelId="{2D5B8B4E-9482-4A36-97E3-DB0ACAFDA1C0}" type="pres">
      <dgm:prSet presAssocID="{1E7B7264-992C-41B4-A5BE-CC4B7C666AE4}" presName="parentText" presStyleLbl="node1" presStyleIdx="3" presStyleCnt="4">
        <dgm:presLayoutVars>
          <dgm:chMax val="0"/>
          <dgm:bulletEnabled val="1"/>
        </dgm:presLayoutVars>
      </dgm:prSet>
      <dgm:spPr/>
    </dgm:pt>
    <dgm:pt modelId="{1B45386B-9933-4EAC-910B-1268D63D4195}" type="pres">
      <dgm:prSet presAssocID="{1E7B7264-992C-41B4-A5BE-CC4B7C666AE4}" presName="childText" presStyleLbl="revTx" presStyleIdx="3" presStyleCnt="4">
        <dgm:presLayoutVars>
          <dgm:bulletEnabled val="1"/>
        </dgm:presLayoutVars>
      </dgm:prSet>
      <dgm:spPr/>
    </dgm:pt>
  </dgm:ptLst>
  <dgm:cxnLst>
    <dgm:cxn modelId="{1DD3E705-51E5-41E6-BA86-670C66DFAA9F}" srcId="{83125A34-434A-44FB-89C4-49BD24B6445B}" destId="{A91C9D03-9E98-4B32-8E0A-3BD1CBA1BE57}" srcOrd="0" destOrd="0" parTransId="{E4E3FD69-6AF8-4372-A3B1-1ED203CE4E0D}" sibTransId="{1EC359F2-40B5-47D1-881D-F1113AC3D972}"/>
    <dgm:cxn modelId="{06AEDB06-4942-424C-A853-15367F52D9C1}" type="presOf" srcId="{A91C9D03-9E98-4B32-8E0A-3BD1CBA1BE57}" destId="{283E5283-AFA6-4498-93CC-3CBCBD6557FB}" srcOrd="0" destOrd="0" presId="urn:microsoft.com/office/officeart/2005/8/layout/vList2"/>
    <dgm:cxn modelId="{9F4C7607-64FE-4A99-A6F4-F1AD0989F2DB}" type="presOf" srcId="{1E7B7264-992C-41B4-A5BE-CC4B7C666AE4}" destId="{2D5B8B4E-9482-4A36-97E3-DB0ACAFDA1C0}" srcOrd="0" destOrd="0" presId="urn:microsoft.com/office/officeart/2005/8/layout/vList2"/>
    <dgm:cxn modelId="{3634550A-601B-4AA4-8CD5-9285031CB4FD}" srcId="{85F12FC2-76CC-441C-A5C0-2A7D8B91F209}" destId="{83125A34-434A-44FB-89C4-49BD24B6445B}" srcOrd="2" destOrd="0" parTransId="{B288AA91-3F54-4E16-AFA7-482E4F34CE76}" sibTransId="{D00FC772-323B-48EC-8671-17AFEAB04509}"/>
    <dgm:cxn modelId="{A6B0320E-E82F-4830-B93A-95EB25D4496C}" type="presOf" srcId="{F59B9280-3FE3-4726-96D3-3E68B919F5FE}" destId="{CF3E3CF9-8C64-4FAA-8EF4-0E8DD2D0E405}" srcOrd="0" destOrd="0" presId="urn:microsoft.com/office/officeart/2005/8/layout/vList2"/>
    <dgm:cxn modelId="{33EDB80F-4027-4D3B-B439-8A59F6037347}" srcId="{85F12FC2-76CC-441C-A5C0-2A7D8B91F209}" destId="{BA1DBCAC-0680-4B47-9A18-B2390053BC79}" srcOrd="1" destOrd="0" parTransId="{34CF5DA0-6BA2-4C1D-A30A-0BE584413592}" sibTransId="{47A3E6C8-812A-4757-B7BD-3AE28AEFCA00}"/>
    <dgm:cxn modelId="{AAB01817-E192-485A-82B6-688760FC933C}" srcId="{BA1DBCAC-0680-4B47-9A18-B2390053BC79}" destId="{F59B9280-3FE3-4726-96D3-3E68B919F5FE}" srcOrd="0" destOrd="0" parTransId="{8ED76E35-02D5-41C8-9A75-05E1AD851D21}" sibTransId="{2567FDF0-C7A9-41AF-9199-84FC5A94FC7D}"/>
    <dgm:cxn modelId="{407B5D1A-F9CC-4C3B-A9BD-2231144E76C4}" srcId="{BA1DBCAC-0680-4B47-9A18-B2390053BC79}" destId="{D0D72F7B-92C0-4462-B073-173443209A35}" srcOrd="1" destOrd="0" parTransId="{67AF467C-DAEA-43FD-BE83-ABE25BB46451}" sibTransId="{5B0C9B24-F376-44EC-8FB4-9CAAB0DAA8D1}"/>
    <dgm:cxn modelId="{871A642A-83F1-40A0-B4BC-CACA05EC7DD0}" type="presOf" srcId="{85F12FC2-76CC-441C-A5C0-2A7D8B91F209}" destId="{89884A0D-EB1C-432A-B01D-214567B38BFC}" srcOrd="0" destOrd="0" presId="urn:microsoft.com/office/officeart/2005/8/layout/vList2"/>
    <dgm:cxn modelId="{DF640F2B-26A2-49F2-A226-A0B61EC51C4F}" type="presOf" srcId="{A938D93B-075B-431B-B0C4-9A9856276215}" destId="{324802A5-505E-4E1D-AE38-B66B7EF8109C}" srcOrd="0" destOrd="1" presId="urn:microsoft.com/office/officeart/2005/8/layout/vList2"/>
    <dgm:cxn modelId="{FC5B4A65-C8B2-4B0D-A727-CAE01DEBFD6F}" type="presOf" srcId="{4B1F4F69-F9C1-42D7-9685-074B3E3F1160}" destId="{1B45386B-9933-4EAC-910B-1268D63D4195}" srcOrd="0" destOrd="2" presId="urn:microsoft.com/office/officeart/2005/8/layout/vList2"/>
    <dgm:cxn modelId="{B64DB54D-47A7-4205-9B4B-9F27DE31506E}" srcId="{45E69314-6486-4FC2-A43D-5E9CEC86C205}" destId="{8DB3BD37-EEB8-4CAC-BA67-AF93B78E238A}" srcOrd="2" destOrd="0" parTransId="{B4816775-D236-4D11-BC6D-AD1D5EBEC45E}" sibTransId="{7705282D-E718-4EC8-9C29-3EE099F3162C}"/>
    <dgm:cxn modelId="{D4F8106E-FE5E-4857-84A8-F6B097E420AC}" srcId="{83125A34-434A-44FB-89C4-49BD24B6445B}" destId="{7E6FD2B3-E9F5-4162-AF01-28C0F5950604}" srcOrd="1" destOrd="0" parTransId="{B32AB77E-B77D-4FCB-AAF1-31E49195D519}" sibTransId="{1FDEEADB-F391-4CB0-879E-A47A9ED40285}"/>
    <dgm:cxn modelId="{E5125953-E97A-485E-98AC-9460921B7CCA}" srcId="{45E69314-6486-4FC2-A43D-5E9CEC86C205}" destId="{8BDB6D62-2E68-400A-B941-C2CEE057A9F2}" srcOrd="3" destOrd="0" parTransId="{DA5CF8F0-9B5B-49A0-84CE-740147B80DD6}" sibTransId="{4DD39A3D-E2A5-4AF4-8497-FC28C670E162}"/>
    <dgm:cxn modelId="{44800674-2361-406D-8A7F-DCF1D90892A9}" srcId="{45E69314-6486-4FC2-A43D-5E9CEC86C205}" destId="{9CDF7105-0228-4FF3-879B-5700DA301C9B}" srcOrd="0" destOrd="0" parTransId="{EE79E15B-70FA-4744-9EF8-E7166AC19662}" sibTransId="{06851909-6F47-4170-A701-BC9FE811A31A}"/>
    <dgm:cxn modelId="{93522876-E29C-4CB2-9D76-4DD0BA30F2EB}" type="presOf" srcId="{BA1DBCAC-0680-4B47-9A18-B2390053BC79}" destId="{547B3251-6645-4539-9262-3228B3390EFA}" srcOrd="0" destOrd="0" presId="urn:microsoft.com/office/officeart/2005/8/layout/vList2"/>
    <dgm:cxn modelId="{8A289D58-A62B-4BA3-B9E4-939A3FD043A0}" type="presOf" srcId="{8DB3BD37-EEB8-4CAC-BA67-AF93B78E238A}" destId="{324802A5-505E-4E1D-AE38-B66B7EF8109C}" srcOrd="0" destOrd="2" presId="urn:microsoft.com/office/officeart/2005/8/layout/vList2"/>
    <dgm:cxn modelId="{8D247D7D-E4F3-4BEA-A9D8-7AE6B7F62A40}" type="presOf" srcId="{9CDF7105-0228-4FF3-879B-5700DA301C9B}" destId="{324802A5-505E-4E1D-AE38-B66B7EF8109C}" srcOrd="0" destOrd="0" presId="urn:microsoft.com/office/officeart/2005/8/layout/vList2"/>
    <dgm:cxn modelId="{F124F07D-E7B4-4E2F-BAC9-B49FFC2D799D}" type="presOf" srcId="{D0D72F7B-92C0-4462-B073-173443209A35}" destId="{CF3E3CF9-8C64-4FAA-8EF4-0E8DD2D0E405}" srcOrd="0" destOrd="1" presId="urn:microsoft.com/office/officeart/2005/8/layout/vList2"/>
    <dgm:cxn modelId="{A6EDB78C-76C1-433A-BA81-1176964CA46B}" srcId="{85F12FC2-76CC-441C-A5C0-2A7D8B91F209}" destId="{45E69314-6486-4FC2-A43D-5E9CEC86C205}" srcOrd="0" destOrd="0" parTransId="{893365B3-121D-4713-93D4-FC370D4B4ABB}" sibTransId="{1DB0A74D-965B-4753-8DCC-E47CCBA8FDC2}"/>
    <dgm:cxn modelId="{FCBA5791-DCBB-4C2C-88FF-4544E8441AF6}" srcId="{1E7B7264-992C-41B4-A5BE-CC4B7C666AE4}" destId="{561CACA6-AF68-4B49-ADB9-88321047AF3B}" srcOrd="1" destOrd="0" parTransId="{2AAD8A54-54C3-4ABC-8F5B-B1DCE2BFCFF1}" sibTransId="{E82E1896-03AA-4F83-890B-0EB19FB2B6D6}"/>
    <dgm:cxn modelId="{D319D494-D0E8-426C-B774-04C09DC7318F}" type="presOf" srcId="{540F3E72-6176-421F-BED9-0D1F59C87507}" destId="{CF3E3CF9-8C64-4FAA-8EF4-0E8DD2D0E405}" srcOrd="0" destOrd="2" presId="urn:microsoft.com/office/officeart/2005/8/layout/vList2"/>
    <dgm:cxn modelId="{E8501795-ABE3-4E5B-889E-37F8615ABBA9}" srcId="{83125A34-434A-44FB-89C4-49BD24B6445B}" destId="{7CBEC828-445E-4A3F-B051-551D305A2C6F}" srcOrd="2" destOrd="0" parTransId="{75708B3A-D0EC-40AE-9DB1-F5CDC7C11AA3}" sibTransId="{E9902A47-8A6E-47D5-8EBC-943E7ADFA6A3}"/>
    <dgm:cxn modelId="{CF66059E-7783-4B22-83C1-C5BDB1419351}" srcId="{45E69314-6486-4FC2-A43D-5E9CEC86C205}" destId="{A938D93B-075B-431B-B0C4-9A9856276215}" srcOrd="1" destOrd="0" parTransId="{113B70DB-105F-4D54-82D7-FEDA44794B3E}" sibTransId="{0A36FCCE-6C5B-4557-AA28-C3054E076CCD}"/>
    <dgm:cxn modelId="{FEEB3E9F-4DF6-4DFC-9A04-32146B313BEB}" type="presOf" srcId="{B925C103-9909-4364-9493-F5F5819FF831}" destId="{1B45386B-9933-4EAC-910B-1268D63D4195}" srcOrd="0" destOrd="0" presId="urn:microsoft.com/office/officeart/2005/8/layout/vList2"/>
    <dgm:cxn modelId="{605986A6-8ED0-46E9-B669-EAA37F14F435}" srcId="{1E7B7264-992C-41B4-A5BE-CC4B7C666AE4}" destId="{B925C103-9909-4364-9493-F5F5819FF831}" srcOrd="0" destOrd="0" parTransId="{9C2EBA7C-69F4-41CA-8310-5BFF18BA28A1}" sibTransId="{3BACD28C-D352-40A0-9224-035B0586F8D5}"/>
    <dgm:cxn modelId="{A7E1D3A6-E9AE-4CFB-BF38-59BDA71B4F88}" srcId="{85F12FC2-76CC-441C-A5C0-2A7D8B91F209}" destId="{1E7B7264-992C-41B4-A5BE-CC4B7C666AE4}" srcOrd="3" destOrd="0" parTransId="{68F24E94-5A89-455F-82DB-00F56B3E8AB5}" sibTransId="{50B8F52A-C33C-49DB-A33D-87708FC31C23}"/>
    <dgm:cxn modelId="{1B67A0B2-EAC4-4452-BB30-B15BD2BF7788}" type="presOf" srcId="{8BDB6D62-2E68-400A-B941-C2CEE057A9F2}" destId="{324802A5-505E-4E1D-AE38-B66B7EF8109C}" srcOrd="0" destOrd="3" presId="urn:microsoft.com/office/officeart/2005/8/layout/vList2"/>
    <dgm:cxn modelId="{6CB2E5B4-EE6A-4304-BB2A-C0C15889B004}" srcId="{BA1DBCAC-0680-4B47-9A18-B2390053BC79}" destId="{540F3E72-6176-421F-BED9-0D1F59C87507}" srcOrd="2" destOrd="0" parTransId="{5DDA0272-EA70-492F-B9C7-000752092EFC}" sibTransId="{24A5121E-AC31-43AE-BECE-5FC2C33AED97}"/>
    <dgm:cxn modelId="{C94BEECB-F47B-4A60-9CEC-5DB3304086F4}" type="presOf" srcId="{45E69314-6486-4FC2-A43D-5E9CEC86C205}" destId="{4EC73E92-29D5-49E7-84B5-DC3086A23E49}" srcOrd="0" destOrd="0" presId="urn:microsoft.com/office/officeart/2005/8/layout/vList2"/>
    <dgm:cxn modelId="{F5860CD0-B06B-4C09-ABB7-5E97A3FDA8F9}" type="presOf" srcId="{83125A34-434A-44FB-89C4-49BD24B6445B}" destId="{BF4170E2-3CAB-44E2-8DFC-296F51C923C1}" srcOrd="0" destOrd="0" presId="urn:microsoft.com/office/officeart/2005/8/layout/vList2"/>
    <dgm:cxn modelId="{F48D35D3-0B49-41C9-AE79-165EC19E1B6C}" srcId="{1E7B7264-992C-41B4-A5BE-CC4B7C666AE4}" destId="{4B1F4F69-F9C1-42D7-9685-074B3E3F1160}" srcOrd="2" destOrd="0" parTransId="{AF020B44-B253-448F-955A-905BBCF4B485}" sibTransId="{BBFA9915-52E5-42E5-9197-6EF39F1CF2AB}"/>
    <dgm:cxn modelId="{689057D7-9F62-4A1B-8BCB-34CCF2A9E39B}" type="presOf" srcId="{561CACA6-AF68-4B49-ADB9-88321047AF3B}" destId="{1B45386B-9933-4EAC-910B-1268D63D4195}" srcOrd="0" destOrd="1" presId="urn:microsoft.com/office/officeart/2005/8/layout/vList2"/>
    <dgm:cxn modelId="{FB0350DF-5923-43BA-A3E2-F5709711B2EC}" type="presOf" srcId="{7CBEC828-445E-4A3F-B051-551D305A2C6F}" destId="{283E5283-AFA6-4498-93CC-3CBCBD6557FB}" srcOrd="0" destOrd="2" presId="urn:microsoft.com/office/officeart/2005/8/layout/vList2"/>
    <dgm:cxn modelId="{C173B2FE-36BA-40E7-8FB1-D623AA85D326}" type="presOf" srcId="{7E6FD2B3-E9F5-4162-AF01-28C0F5950604}" destId="{283E5283-AFA6-4498-93CC-3CBCBD6557FB}" srcOrd="0" destOrd="1" presId="urn:microsoft.com/office/officeart/2005/8/layout/vList2"/>
    <dgm:cxn modelId="{E5BF97C3-6EA5-4E3C-9F88-8B86298263D1}" type="presParOf" srcId="{89884A0D-EB1C-432A-B01D-214567B38BFC}" destId="{4EC73E92-29D5-49E7-84B5-DC3086A23E49}" srcOrd="0" destOrd="0" presId="urn:microsoft.com/office/officeart/2005/8/layout/vList2"/>
    <dgm:cxn modelId="{C0D3CD02-2B9E-4052-B8A2-BDF7A29F5828}" type="presParOf" srcId="{89884A0D-EB1C-432A-B01D-214567B38BFC}" destId="{324802A5-505E-4E1D-AE38-B66B7EF8109C}" srcOrd="1" destOrd="0" presId="urn:microsoft.com/office/officeart/2005/8/layout/vList2"/>
    <dgm:cxn modelId="{8DDAFDA8-22DD-4545-B959-41FCB112E622}" type="presParOf" srcId="{89884A0D-EB1C-432A-B01D-214567B38BFC}" destId="{547B3251-6645-4539-9262-3228B3390EFA}" srcOrd="2" destOrd="0" presId="urn:microsoft.com/office/officeart/2005/8/layout/vList2"/>
    <dgm:cxn modelId="{231A6FF1-D4F0-4648-9B6E-F2FF025196F9}" type="presParOf" srcId="{89884A0D-EB1C-432A-B01D-214567B38BFC}" destId="{CF3E3CF9-8C64-4FAA-8EF4-0E8DD2D0E405}" srcOrd="3" destOrd="0" presId="urn:microsoft.com/office/officeart/2005/8/layout/vList2"/>
    <dgm:cxn modelId="{ACADF5A8-85F3-4812-AEC7-AE27429261D4}" type="presParOf" srcId="{89884A0D-EB1C-432A-B01D-214567B38BFC}" destId="{BF4170E2-3CAB-44E2-8DFC-296F51C923C1}" srcOrd="4" destOrd="0" presId="urn:microsoft.com/office/officeart/2005/8/layout/vList2"/>
    <dgm:cxn modelId="{9052013C-3FB5-4E69-9F62-7C60928140F0}" type="presParOf" srcId="{89884A0D-EB1C-432A-B01D-214567B38BFC}" destId="{283E5283-AFA6-4498-93CC-3CBCBD6557FB}" srcOrd="5" destOrd="0" presId="urn:microsoft.com/office/officeart/2005/8/layout/vList2"/>
    <dgm:cxn modelId="{F3B6FC1E-7097-496F-9936-01B2652DB33F}" type="presParOf" srcId="{89884A0D-EB1C-432A-B01D-214567B38BFC}" destId="{2D5B8B4E-9482-4A36-97E3-DB0ACAFDA1C0}" srcOrd="6" destOrd="0" presId="urn:microsoft.com/office/officeart/2005/8/layout/vList2"/>
    <dgm:cxn modelId="{E17A9D34-D051-4A12-A848-C687F27B3443}" type="presParOf" srcId="{89884A0D-EB1C-432A-B01D-214567B38BFC}" destId="{1B45386B-9933-4EAC-910B-1268D63D4195}" srcOrd="7"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04F502E-D750-458A-B2A7-9015A86FB47B}" type="doc">
      <dgm:prSet loTypeId="urn:microsoft.com/office/officeart/2005/8/layout/hProcess4" loCatId="process" qsTypeId="urn:microsoft.com/office/officeart/2005/8/quickstyle/simple5" qsCatId="simple" csTypeId="urn:microsoft.com/office/officeart/2005/8/colors/accent1_1" csCatId="accent1" phldr="1"/>
      <dgm:spPr/>
      <dgm:t>
        <a:bodyPr/>
        <a:lstStyle/>
        <a:p>
          <a:endParaRPr lang="en-US"/>
        </a:p>
      </dgm:t>
    </dgm:pt>
    <dgm:pt modelId="{91B3AB94-29D7-438B-902A-85CE5695D0B2}">
      <dgm:prSet phldrT="[Text]" custT="1"/>
      <dgm:spPr/>
      <dgm:t>
        <a:bodyPr/>
        <a:lstStyle/>
        <a:p>
          <a:r>
            <a:rPr lang="en-US" sz="1500" b="1" u="none" dirty="0"/>
            <a:t>Customer</a:t>
          </a:r>
          <a:r>
            <a:rPr lang="en-US" sz="1000" dirty="0"/>
            <a:t> </a:t>
          </a:r>
        </a:p>
      </dgm:t>
    </dgm:pt>
    <dgm:pt modelId="{EC809687-FB97-44B9-AE8A-322D278FF32B}" type="parTrans" cxnId="{525CAA86-0F42-4607-9F04-781ADD105966}">
      <dgm:prSet/>
      <dgm:spPr/>
      <dgm:t>
        <a:bodyPr/>
        <a:lstStyle/>
        <a:p>
          <a:endParaRPr lang="en-US"/>
        </a:p>
      </dgm:t>
    </dgm:pt>
    <dgm:pt modelId="{7171AC41-9301-4C7D-8282-6BD447374FDD}" type="sibTrans" cxnId="{525CAA86-0F42-4607-9F04-781ADD105966}">
      <dgm:prSet/>
      <dgm:spPr/>
      <dgm:t>
        <a:bodyPr/>
        <a:lstStyle/>
        <a:p>
          <a:endParaRPr lang="en-US"/>
        </a:p>
      </dgm:t>
    </dgm:pt>
    <dgm:pt modelId="{CCF61D8F-C971-416D-BA13-C54B6C74B82E}">
      <dgm:prSet phldrT="[Text]" custT="1"/>
      <dgm:spPr/>
      <dgm:t>
        <a:bodyPr/>
        <a:lstStyle/>
        <a:p>
          <a:r>
            <a:rPr lang="en-US" sz="1200" dirty="0"/>
            <a:t>Capture customer request
Send to API Marketplace
Display updated balance</a:t>
          </a:r>
        </a:p>
      </dgm:t>
    </dgm:pt>
    <dgm:pt modelId="{40D5308D-E62B-40C4-9628-A29C8166261B}" type="parTrans" cxnId="{EC52BE45-64CC-4B0F-922A-02C849F9AE3F}">
      <dgm:prSet/>
      <dgm:spPr/>
      <dgm:t>
        <a:bodyPr/>
        <a:lstStyle/>
        <a:p>
          <a:endParaRPr lang="en-US"/>
        </a:p>
      </dgm:t>
    </dgm:pt>
    <dgm:pt modelId="{30A3B1D7-E43A-45AC-8D77-86F231D647AA}" type="sibTrans" cxnId="{EC52BE45-64CC-4B0F-922A-02C849F9AE3F}">
      <dgm:prSet/>
      <dgm:spPr/>
      <dgm:t>
        <a:bodyPr/>
        <a:lstStyle/>
        <a:p>
          <a:endParaRPr lang="en-US"/>
        </a:p>
      </dgm:t>
    </dgm:pt>
    <dgm:pt modelId="{8A51CE54-35F8-4EF7-9614-7395A08A8C96}">
      <dgm:prSet phldrT="[Text]" custT="1"/>
      <dgm:spPr/>
      <dgm:t>
        <a:bodyPr/>
        <a:lstStyle/>
        <a:p>
          <a:pPr>
            <a:buSzPct val="130000"/>
            <a:buFont typeface="Arial" panose="020B0604020202020204" pitchFamily="34" charset="0"/>
            <a:buChar char="•"/>
          </a:pPr>
          <a:r>
            <a:rPr lang="en-US" sz="1200" dirty="0"/>
            <a:t>Validate request</a:t>
          </a:r>
        </a:p>
      </dgm:t>
    </dgm:pt>
    <dgm:pt modelId="{96B73FFB-29D3-4D38-958A-CB2FD64235AB}" type="parTrans" cxnId="{B10AC960-A46C-4E05-89C8-1A0846E0D537}">
      <dgm:prSet/>
      <dgm:spPr/>
      <dgm:t>
        <a:bodyPr/>
        <a:lstStyle/>
        <a:p>
          <a:endParaRPr lang="en-US"/>
        </a:p>
      </dgm:t>
    </dgm:pt>
    <dgm:pt modelId="{D504C5FF-60BF-48DB-8E12-F10F08609248}" type="sibTrans" cxnId="{B10AC960-A46C-4E05-89C8-1A0846E0D537}">
      <dgm:prSet/>
      <dgm:spPr/>
      <dgm:t>
        <a:bodyPr/>
        <a:lstStyle/>
        <a:p>
          <a:endParaRPr lang="en-US"/>
        </a:p>
      </dgm:t>
    </dgm:pt>
    <dgm:pt modelId="{4B89136B-5FED-4A5C-8416-F231D9C23FD3}">
      <dgm:prSet phldrT="[Text]" custT="1"/>
      <dgm:spPr/>
      <dgm:t>
        <a:bodyPr/>
        <a:lstStyle/>
        <a:p>
          <a:r>
            <a:rPr lang="en-US" sz="1200" dirty="0"/>
            <a:t>Process transaction
Update gold holdings
Send results</a:t>
          </a:r>
        </a:p>
      </dgm:t>
    </dgm:pt>
    <dgm:pt modelId="{F5F3F3F1-42EB-41AF-977E-19E4686EC314}" type="parTrans" cxnId="{6113A9D2-E4B3-4030-A7EF-2C59931A8946}">
      <dgm:prSet/>
      <dgm:spPr/>
      <dgm:t>
        <a:bodyPr/>
        <a:lstStyle/>
        <a:p>
          <a:endParaRPr lang="en-US"/>
        </a:p>
      </dgm:t>
    </dgm:pt>
    <dgm:pt modelId="{2BE3528A-EDDE-4BF3-BEE8-AB27C2B0D95E}" type="sibTrans" cxnId="{6113A9D2-E4B3-4030-A7EF-2C59931A8946}">
      <dgm:prSet/>
      <dgm:spPr/>
      <dgm:t>
        <a:bodyPr/>
        <a:lstStyle/>
        <a:p>
          <a:endParaRPr lang="en-US"/>
        </a:p>
      </dgm:t>
    </dgm:pt>
    <dgm:pt modelId="{41CFCD2D-2F27-4F8C-A70B-C2D451611563}">
      <dgm:prSet phldrT="[Text]" custT="1"/>
      <dgm:spPr/>
      <dgm:t>
        <a:bodyPr/>
        <a:lstStyle/>
        <a:p>
          <a:r>
            <a:rPr lang="en-US" sz="1500" b="1" dirty="0"/>
            <a:t>Provider</a:t>
          </a:r>
          <a:endParaRPr lang="en-US" sz="1500" dirty="0"/>
        </a:p>
      </dgm:t>
    </dgm:pt>
    <dgm:pt modelId="{A990B11A-EB5F-42EF-B70F-81476C508038}" type="sibTrans" cxnId="{7E90A5E5-9620-4E2C-AE0F-7A42E24736BD}">
      <dgm:prSet/>
      <dgm:spPr/>
      <dgm:t>
        <a:bodyPr/>
        <a:lstStyle/>
        <a:p>
          <a:endParaRPr lang="en-US"/>
        </a:p>
      </dgm:t>
    </dgm:pt>
    <dgm:pt modelId="{500AE81A-3B3D-41ED-AFD8-202A5169AAE0}" type="parTrans" cxnId="{7E90A5E5-9620-4E2C-AE0F-7A42E24736BD}">
      <dgm:prSet/>
      <dgm:spPr/>
      <dgm:t>
        <a:bodyPr/>
        <a:lstStyle/>
        <a:p>
          <a:endParaRPr lang="en-US"/>
        </a:p>
      </dgm:t>
    </dgm:pt>
    <dgm:pt modelId="{F08E5857-47BA-41DA-AE6D-EC33C0A9BBC9}">
      <dgm:prSet phldrT="[Text]" custT="1"/>
      <dgm:spPr/>
      <dgm:t>
        <a:bodyPr/>
        <a:lstStyle/>
        <a:p>
          <a:r>
            <a:rPr lang="en-US" sz="1500" b="1" dirty="0"/>
            <a:t>Marketplace</a:t>
          </a:r>
        </a:p>
      </dgm:t>
    </dgm:pt>
    <dgm:pt modelId="{884615C8-31B7-4203-9F6B-E6F32F1AE107}" type="sibTrans" cxnId="{504FE1BB-2C22-4014-81DF-B131DC81A24A}">
      <dgm:prSet/>
      <dgm:spPr/>
      <dgm:t>
        <a:bodyPr/>
        <a:lstStyle/>
        <a:p>
          <a:endParaRPr lang="en-US"/>
        </a:p>
      </dgm:t>
    </dgm:pt>
    <dgm:pt modelId="{CA61B92A-194C-45FB-B4DE-75598A18B8E4}" type="parTrans" cxnId="{504FE1BB-2C22-4014-81DF-B131DC81A24A}">
      <dgm:prSet/>
      <dgm:spPr/>
      <dgm:t>
        <a:bodyPr/>
        <a:lstStyle/>
        <a:p>
          <a:endParaRPr lang="en-US"/>
        </a:p>
      </dgm:t>
    </dgm:pt>
    <dgm:pt modelId="{5A28E785-8B2A-46B4-8636-D156F8745D11}">
      <dgm:prSet phldrT="[Text]" custT="1"/>
      <dgm:spPr/>
      <dgm:t>
        <a:bodyPr/>
        <a:lstStyle/>
        <a:p>
          <a:r>
            <a:rPr lang="en-US" sz="1500" b="1" u="none" dirty="0"/>
            <a:t>Consumer</a:t>
          </a:r>
          <a:r>
            <a:rPr lang="en-US" sz="900" b="1" u="sng" dirty="0"/>
            <a:t> </a:t>
          </a:r>
        </a:p>
      </dgm:t>
    </dgm:pt>
    <dgm:pt modelId="{5DC45B49-BECC-40B1-A08B-53672A9A159C}" type="sibTrans" cxnId="{57094225-F526-4087-9B5D-8D084302C98C}">
      <dgm:prSet/>
      <dgm:spPr/>
      <dgm:t>
        <a:bodyPr/>
        <a:lstStyle/>
        <a:p>
          <a:endParaRPr lang="en-US"/>
        </a:p>
      </dgm:t>
    </dgm:pt>
    <dgm:pt modelId="{C6F58689-2A05-4D57-975B-B53D6B5BFD83}" type="parTrans" cxnId="{57094225-F526-4087-9B5D-8D084302C98C}">
      <dgm:prSet/>
      <dgm:spPr/>
      <dgm:t>
        <a:bodyPr/>
        <a:lstStyle/>
        <a:p>
          <a:endParaRPr lang="en-US"/>
        </a:p>
      </dgm:t>
    </dgm:pt>
    <dgm:pt modelId="{ECDAE81B-D6E2-4488-9E95-8CC06B52EEEE}">
      <dgm:prSet custT="1"/>
      <dgm:spPr/>
      <dgm:t>
        <a:bodyPr/>
        <a:lstStyle/>
        <a:p>
          <a:pPr>
            <a:buSzPct val="130000"/>
            <a:buFont typeface="Arial" panose="020B0604020202020204" pitchFamily="34" charset="0"/>
            <a:buChar char="•"/>
          </a:pPr>
          <a:r>
            <a:rPr lang="en-US" sz="1200" dirty="0"/>
            <a:t>Apply security controls</a:t>
          </a:r>
        </a:p>
      </dgm:t>
    </dgm:pt>
    <dgm:pt modelId="{73C7FB29-6C46-4114-A77E-1A4C2300F0D6}" type="parTrans" cxnId="{89BE489B-903F-4A36-B472-0959D86D5AD3}">
      <dgm:prSet/>
      <dgm:spPr/>
      <dgm:t>
        <a:bodyPr/>
        <a:lstStyle/>
        <a:p>
          <a:endParaRPr lang="en-US"/>
        </a:p>
      </dgm:t>
    </dgm:pt>
    <dgm:pt modelId="{FB94D912-83BD-4190-909A-042715D955D8}" type="sibTrans" cxnId="{89BE489B-903F-4A36-B472-0959D86D5AD3}">
      <dgm:prSet/>
      <dgm:spPr/>
      <dgm:t>
        <a:bodyPr/>
        <a:lstStyle/>
        <a:p>
          <a:endParaRPr lang="en-US"/>
        </a:p>
      </dgm:t>
    </dgm:pt>
    <dgm:pt modelId="{551952D7-51CC-4BE3-A12E-29AE545FBC53}">
      <dgm:prSet custT="1"/>
      <dgm:spPr/>
      <dgm:t>
        <a:bodyPr/>
        <a:lstStyle/>
        <a:p>
          <a:pPr>
            <a:buSzPct val="130000"/>
            <a:buFont typeface="Arial" panose="020B0604020202020204" pitchFamily="34" charset="0"/>
            <a:buChar char="•"/>
          </a:pPr>
          <a:r>
            <a:rPr lang="en-US" sz="1200" dirty="0"/>
            <a:t>Route to Provider</a:t>
          </a:r>
        </a:p>
      </dgm:t>
    </dgm:pt>
    <dgm:pt modelId="{D581C3E2-0620-4853-9526-F6674B4AFD6B}" type="parTrans" cxnId="{9774C6A4-E5E4-4C9F-86D2-FD7B807203DC}">
      <dgm:prSet/>
      <dgm:spPr/>
      <dgm:t>
        <a:bodyPr/>
        <a:lstStyle/>
        <a:p>
          <a:endParaRPr lang="en-US"/>
        </a:p>
      </dgm:t>
    </dgm:pt>
    <dgm:pt modelId="{8E495856-EE41-4090-B617-F2B46A7B0B6F}" type="sibTrans" cxnId="{9774C6A4-E5E4-4C9F-86D2-FD7B807203DC}">
      <dgm:prSet/>
      <dgm:spPr/>
      <dgm:t>
        <a:bodyPr/>
        <a:lstStyle/>
        <a:p>
          <a:endParaRPr lang="en-US"/>
        </a:p>
      </dgm:t>
    </dgm:pt>
    <dgm:pt modelId="{1B4BE725-539F-4E79-B529-9118F9AC78F6}">
      <dgm:prSet phldrT="[Text]" custT="1"/>
      <dgm:spPr/>
      <dgm:t>
        <a:bodyPr/>
        <a:lstStyle/>
        <a:p>
          <a:r>
            <a:rPr lang="en-US" sz="1200" dirty="0"/>
            <a:t>View wallet balance
Request buy/sell gold
Receive confirmation</a:t>
          </a:r>
        </a:p>
      </dgm:t>
    </dgm:pt>
    <dgm:pt modelId="{9DFD5E21-8AEC-45F7-8B2F-7281BA354F1E}" type="sibTrans" cxnId="{29EDE4AF-0375-48B7-8BBC-8C060EDF5E40}">
      <dgm:prSet/>
      <dgm:spPr/>
      <dgm:t>
        <a:bodyPr/>
        <a:lstStyle/>
        <a:p>
          <a:endParaRPr lang="en-US"/>
        </a:p>
      </dgm:t>
    </dgm:pt>
    <dgm:pt modelId="{F59E62C0-48D6-4204-B7F5-A5E1966AB0B4}" type="parTrans" cxnId="{29EDE4AF-0375-48B7-8BBC-8C060EDF5E40}">
      <dgm:prSet/>
      <dgm:spPr/>
      <dgm:t>
        <a:bodyPr/>
        <a:lstStyle/>
        <a:p>
          <a:endParaRPr lang="en-US"/>
        </a:p>
      </dgm:t>
    </dgm:pt>
    <dgm:pt modelId="{E8BC52A2-6C6B-47DD-9CCB-8C40A81EFA28}" type="pres">
      <dgm:prSet presAssocID="{C04F502E-D750-458A-B2A7-9015A86FB47B}" presName="Name0" presStyleCnt="0">
        <dgm:presLayoutVars>
          <dgm:dir/>
          <dgm:animLvl val="lvl"/>
          <dgm:resizeHandles val="exact"/>
        </dgm:presLayoutVars>
      </dgm:prSet>
      <dgm:spPr/>
    </dgm:pt>
    <dgm:pt modelId="{BB8E458C-D9E2-4643-B11E-D8A26E08F70B}" type="pres">
      <dgm:prSet presAssocID="{C04F502E-D750-458A-B2A7-9015A86FB47B}" presName="tSp" presStyleCnt="0"/>
      <dgm:spPr/>
    </dgm:pt>
    <dgm:pt modelId="{EE6B18AF-EFAB-4E4B-882B-C0B5F6D2477B}" type="pres">
      <dgm:prSet presAssocID="{C04F502E-D750-458A-B2A7-9015A86FB47B}" presName="bSp" presStyleCnt="0"/>
      <dgm:spPr/>
    </dgm:pt>
    <dgm:pt modelId="{B890620B-EF12-4D78-95E0-A05CA6961BDB}" type="pres">
      <dgm:prSet presAssocID="{C04F502E-D750-458A-B2A7-9015A86FB47B}" presName="process" presStyleCnt="0"/>
      <dgm:spPr/>
    </dgm:pt>
    <dgm:pt modelId="{94F576F4-902E-4948-A5A8-795E2799BFF2}" type="pres">
      <dgm:prSet presAssocID="{91B3AB94-29D7-438B-902A-85CE5695D0B2}" presName="composite1" presStyleCnt="0"/>
      <dgm:spPr/>
    </dgm:pt>
    <dgm:pt modelId="{A38F79D6-49B2-4093-A0FD-0967A0903BA7}" type="pres">
      <dgm:prSet presAssocID="{91B3AB94-29D7-438B-902A-85CE5695D0B2}" presName="dummyNode1" presStyleLbl="node1" presStyleIdx="0" presStyleCnt="4"/>
      <dgm:spPr/>
    </dgm:pt>
    <dgm:pt modelId="{D8DB229D-8CB5-4910-86D5-F0ABA962E774}" type="pres">
      <dgm:prSet presAssocID="{91B3AB94-29D7-438B-902A-85CE5695D0B2}" presName="childNode1" presStyleLbl="bgAcc1" presStyleIdx="0" presStyleCnt="4" custScaleY="61839">
        <dgm:presLayoutVars>
          <dgm:bulletEnabled val="1"/>
        </dgm:presLayoutVars>
      </dgm:prSet>
      <dgm:spPr/>
    </dgm:pt>
    <dgm:pt modelId="{47CA0F46-5747-4BFE-AAAC-0B0B596142F1}" type="pres">
      <dgm:prSet presAssocID="{91B3AB94-29D7-438B-902A-85CE5695D0B2}" presName="childNode1tx" presStyleLbl="bgAcc1" presStyleIdx="0" presStyleCnt="4">
        <dgm:presLayoutVars>
          <dgm:bulletEnabled val="1"/>
        </dgm:presLayoutVars>
      </dgm:prSet>
      <dgm:spPr/>
    </dgm:pt>
    <dgm:pt modelId="{DFCAD03F-A343-49E7-922C-6F269404B7C1}" type="pres">
      <dgm:prSet presAssocID="{91B3AB94-29D7-438B-902A-85CE5695D0B2}" presName="parentNode1" presStyleLbl="node1" presStyleIdx="0" presStyleCnt="4">
        <dgm:presLayoutVars>
          <dgm:chMax val="1"/>
          <dgm:bulletEnabled val="1"/>
        </dgm:presLayoutVars>
      </dgm:prSet>
      <dgm:spPr/>
    </dgm:pt>
    <dgm:pt modelId="{941EB09B-0EB0-498E-BC1D-6C5F0C9AD64A}" type="pres">
      <dgm:prSet presAssocID="{91B3AB94-29D7-438B-902A-85CE5695D0B2}" presName="connSite1" presStyleCnt="0"/>
      <dgm:spPr/>
    </dgm:pt>
    <dgm:pt modelId="{1B5CF213-F763-4CAF-8D87-6356DAAADA64}" type="pres">
      <dgm:prSet presAssocID="{7171AC41-9301-4C7D-8282-6BD447374FDD}" presName="Name9" presStyleLbl="sibTrans2D1" presStyleIdx="0" presStyleCnt="3"/>
      <dgm:spPr/>
    </dgm:pt>
    <dgm:pt modelId="{07DD6013-A1B5-4A71-8164-CDBF6B98C8A5}" type="pres">
      <dgm:prSet presAssocID="{5A28E785-8B2A-46B4-8636-D156F8745D11}" presName="composite2" presStyleCnt="0"/>
      <dgm:spPr/>
    </dgm:pt>
    <dgm:pt modelId="{38F26FAA-224A-4F54-B33F-8C813EAF2C9D}" type="pres">
      <dgm:prSet presAssocID="{5A28E785-8B2A-46B4-8636-D156F8745D11}" presName="dummyNode2" presStyleLbl="node1" presStyleIdx="0" presStyleCnt="4"/>
      <dgm:spPr/>
    </dgm:pt>
    <dgm:pt modelId="{58732316-E86C-4919-A3D1-39405FB51A9B}" type="pres">
      <dgm:prSet presAssocID="{5A28E785-8B2A-46B4-8636-D156F8745D11}" presName="childNode2" presStyleLbl="bgAcc1" presStyleIdx="1" presStyleCnt="4" custScaleY="78330">
        <dgm:presLayoutVars>
          <dgm:bulletEnabled val="1"/>
        </dgm:presLayoutVars>
      </dgm:prSet>
      <dgm:spPr/>
    </dgm:pt>
    <dgm:pt modelId="{A1C8C7C7-4E5B-42A2-91A9-C9085261D01D}" type="pres">
      <dgm:prSet presAssocID="{5A28E785-8B2A-46B4-8636-D156F8745D11}" presName="childNode2tx" presStyleLbl="bgAcc1" presStyleIdx="1" presStyleCnt="4">
        <dgm:presLayoutVars>
          <dgm:bulletEnabled val="1"/>
        </dgm:presLayoutVars>
      </dgm:prSet>
      <dgm:spPr/>
    </dgm:pt>
    <dgm:pt modelId="{85AFFB40-61C4-432F-9BC6-2D4B9BC4052F}" type="pres">
      <dgm:prSet presAssocID="{5A28E785-8B2A-46B4-8636-D156F8745D11}" presName="parentNode2" presStyleLbl="node1" presStyleIdx="1" presStyleCnt="4">
        <dgm:presLayoutVars>
          <dgm:chMax val="0"/>
          <dgm:bulletEnabled val="1"/>
        </dgm:presLayoutVars>
      </dgm:prSet>
      <dgm:spPr/>
    </dgm:pt>
    <dgm:pt modelId="{E53C0855-F4FF-42BE-AEED-15E991597117}" type="pres">
      <dgm:prSet presAssocID="{5A28E785-8B2A-46B4-8636-D156F8745D11}" presName="connSite2" presStyleCnt="0"/>
      <dgm:spPr/>
    </dgm:pt>
    <dgm:pt modelId="{4B44F31B-9B40-451C-9398-7CC5095E47E0}" type="pres">
      <dgm:prSet presAssocID="{5DC45B49-BECC-40B1-A08B-53672A9A159C}" presName="Name18" presStyleLbl="sibTrans2D1" presStyleIdx="1" presStyleCnt="3"/>
      <dgm:spPr/>
    </dgm:pt>
    <dgm:pt modelId="{7B4FD662-F66B-462B-B456-1CBD686CD6A6}" type="pres">
      <dgm:prSet presAssocID="{F08E5857-47BA-41DA-AE6D-EC33C0A9BBC9}" presName="composite1" presStyleCnt="0"/>
      <dgm:spPr/>
    </dgm:pt>
    <dgm:pt modelId="{B2286489-77E0-4A36-A726-AB5F440D14E5}" type="pres">
      <dgm:prSet presAssocID="{F08E5857-47BA-41DA-AE6D-EC33C0A9BBC9}" presName="dummyNode1" presStyleLbl="node1" presStyleIdx="1" presStyleCnt="4"/>
      <dgm:spPr/>
    </dgm:pt>
    <dgm:pt modelId="{6A7B8406-8E51-401A-9C39-14794B6173C5}" type="pres">
      <dgm:prSet presAssocID="{F08E5857-47BA-41DA-AE6D-EC33C0A9BBC9}" presName="childNode1" presStyleLbl="bgAcc1" presStyleIdx="2" presStyleCnt="4" custScaleY="45349">
        <dgm:presLayoutVars>
          <dgm:bulletEnabled val="1"/>
        </dgm:presLayoutVars>
      </dgm:prSet>
      <dgm:spPr/>
    </dgm:pt>
    <dgm:pt modelId="{51678E20-F7F1-4014-ADAA-9C2B808DED90}" type="pres">
      <dgm:prSet presAssocID="{F08E5857-47BA-41DA-AE6D-EC33C0A9BBC9}" presName="childNode1tx" presStyleLbl="bgAcc1" presStyleIdx="2" presStyleCnt="4">
        <dgm:presLayoutVars>
          <dgm:bulletEnabled val="1"/>
        </dgm:presLayoutVars>
      </dgm:prSet>
      <dgm:spPr/>
    </dgm:pt>
    <dgm:pt modelId="{B889FA8F-4782-48D9-AAE9-97F084AAF026}" type="pres">
      <dgm:prSet presAssocID="{F08E5857-47BA-41DA-AE6D-EC33C0A9BBC9}" presName="parentNode1" presStyleLbl="node1" presStyleIdx="2" presStyleCnt="4" custLinFactNeighborX="-5961" custLinFactNeighborY="-13760">
        <dgm:presLayoutVars>
          <dgm:chMax val="1"/>
          <dgm:bulletEnabled val="1"/>
        </dgm:presLayoutVars>
      </dgm:prSet>
      <dgm:spPr/>
    </dgm:pt>
    <dgm:pt modelId="{3E0D8871-C6B1-4423-B119-FCE83B684DB2}" type="pres">
      <dgm:prSet presAssocID="{F08E5857-47BA-41DA-AE6D-EC33C0A9BBC9}" presName="connSite1" presStyleCnt="0"/>
      <dgm:spPr/>
    </dgm:pt>
    <dgm:pt modelId="{7AA4A6A8-6971-4F33-9A46-6AE3E0E25219}" type="pres">
      <dgm:prSet presAssocID="{884615C8-31B7-4203-9F6B-E6F32F1AE107}" presName="Name9" presStyleLbl="sibTrans2D1" presStyleIdx="2" presStyleCnt="3"/>
      <dgm:spPr/>
    </dgm:pt>
    <dgm:pt modelId="{D7FD63F0-D975-40FC-B45F-60012AFA0FBB}" type="pres">
      <dgm:prSet presAssocID="{41CFCD2D-2F27-4F8C-A70B-C2D451611563}" presName="composite2" presStyleCnt="0"/>
      <dgm:spPr/>
    </dgm:pt>
    <dgm:pt modelId="{6F7D95EE-5BD7-4149-867A-68404BC4B534}" type="pres">
      <dgm:prSet presAssocID="{41CFCD2D-2F27-4F8C-A70B-C2D451611563}" presName="dummyNode2" presStyleLbl="node1" presStyleIdx="2" presStyleCnt="4"/>
      <dgm:spPr/>
    </dgm:pt>
    <dgm:pt modelId="{2C6722D7-5416-4B20-948B-DA8E7A98F798}" type="pres">
      <dgm:prSet presAssocID="{41CFCD2D-2F27-4F8C-A70B-C2D451611563}" presName="childNode2" presStyleLbl="bgAcc1" presStyleIdx="3" presStyleCnt="4" custScaleY="53594">
        <dgm:presLayoutVars>
          <dgm:bulletEnabled val="1"/>
        </dgm:presLayoutVars>
      </dgm:prSet>
      <dgm:spPr/>
    </dgm:pt>
    <dgm:pt modelId="{8610AF1E-8CEE-437C-8288-5C7352EC017D}" type="pres">
      <dgm:prSet presAssocID="{41CFCD2D-2F27-4F8C-A70B-C2D451611563}" presName="childNode2tx" presStyleLbl="bgAcc1" presStyleIdx="3" presStyleCnt="4">
        <dgm:presLayoutVars>
          <dgm:bulletEnabled val="1"/>
        </dgm:presLayoutVars>
      </dgm:prSet>
      <dgm:spPr/>
    </dgm:pt>
    <dgm:pt modelId="{007ECFCF-1433-42C1-AF33-8598D13C2ED4}" type="pres">
      <dgm:prSet presAssocID="{41CFCD2D-2F27-4F8C-A70B-C2D451611563}" presName="parentNode2" presStyleLbl="node1" presStyleIdx="3" presStyleCnt="4" custLinFactNeighborX="-4900" custLinFactNeighborY="27185">
        <dgm:presLayoutVars>
          <dgm:chMax val="0"/>
          <dgm:bulletEnabled val="1"/>
        </dgm:presLayoutVars>
      </dgm:prSet>
      <dgm:spPr/>
    </dgm:pt>
    <dgm:pt modelId="{F98CEA20-377F-4552-ABCA-719138B0CBDC}" type="pres">
      <dgm:prSet presAssocID="{41CFCD2D-2F27-4F8C-A70B-C2D451611563}" presName="connSite2" presStyleCnt="0"/>
      <dgm:spPr/>
    </dgm:pt>
  </dgm:ptLst>
  <dgm:cxnLst>
    <dgm:cxn modelId="{62F8560A-8002-43C4-87A2-2DF02F2F1912}" type="presOf" srcId="{ECDAE81B-D6E2-4488-9E95-8CC06B52EEEE}" destId="{6A7B8406-8E51-401A-9C39-14794B6173C5}" srcOrd="0" destOrd="1" presId="urn:microsoft.com/office/officeart/2005/8/layout/hProcess4"/>
    <dgm:cxn modelId="{156B130F-D315-4BA3-8F24-34331DC602B3}" type="presOf" srcId="{551952D7-51CC-4BE3-A12E-29AE545FBC53}" destId="{6A7B8406-8E51-401A-9C39-14794B6173C5}" srcOrd="0" destOrd="2" presId="urn:microsoft.com/office/officeart/2005/8/layout/hProcess4"/>
    <dgm:cxn modelId="{65069218-FD9B-42C1-9C2D-959466B855B1}" type="presOf" srcId="{C04F502E-D750-458A-B2A7-9015A86FB47B}" destId="{E8BC52A2-6C6B-47DD-9CCB-8C40A81EFA28}" srcOrd="0" destOrd="0" presId="urn:microsoft.com/office/officeart/2005/8/layout/hProcess4"/>
    <dgm:cxn modelId="{57094225-F526-4087-9B5D-8D084302C98C}" srcId="{C04F502E-D750-458A-B2A7-9015A86FB47B}" destId="{5A28E785-8B2A-46B4-8636-D156F8745D11}" srcOrd="1" destOrd="0" parTransId="{C6F58689-2A05-4D57-975B-B53D6B5BFD83}" sibTransId="{5DC45B49-BECC-40B1-A08B-53672A9A159C}"/>
    <dgm:cxn modelId="{4E181727-7564-4247-AE28-24CF01150FAC}" type="presOf" srcId="{41CFCD2D-2F27-4F8C-A70B-C2D451611563}" destId="{007ECFCF-1433-42C1-AF33-8598D13C2ED4}" srcOrd="0" destOrd="0" presId="urn:microsoft.com/office/officeart/2005/8/layout/hProcess4"/>
    <dgm:cxn modelId="{02BD902B-312C-49A6-9CF9-93948BD83C0F}" type="presOf" srcId="{8A51CE54-35F8-4EF7-9614-7395A08A8C96}" destId="{6A7B8406-8E51-401A-9C39-14794B6173C5}" srcOrd="0" destOrd="0" presId="urn:microsoft.com/office/officeart/2005/8/layout/hProcess4"/>
    <dgm:cxn modelId="{B10AC960-A46C-4E05-89C8-1A0846E0D537}" srcId="{F08E5857-47BA-41DA-AE6D-EC33C0A9BBC9}" destId="{8A51CE54-35F8-4EF7-9614-7395A08A8C96}" srcOrd="0" destOrd="0" parTransId="{96B73FFB-29D3-4D38-958A-CB2FD64235AB}" sibTransId="{D504C5FF-60BF-48DB-8E12-F10F08609248}"/>
    <dgm:cxn modelId="{73115844-8BF6-46E4-B31A-03F9B2643581}" type="presOf" srcId="{F08E5857-47BA-41DA-AE6D-EC33C0A9BBC9}" destId="{B889FA8F-4782-48D9-AAE9-97F084AAF026}" srcOrd="0" destOrd="0" presId="urn:microsoft.com/office/officeart/2005/8/layout/hProcess4"/>
    <dgm:cxn modelId="{EC52BE45-64CC-4B0F-922A-02C849F9AE3F}" srcId="{5A28E785-8B2A-46B4-8636-D156F8745D11}" destId="{CCF61D8F-C971-416D-BA13-C54B6C74B82E}" srcOrd="0" destOrd="0" parTransId="{40D5308D-E62B-40C4-9628-A29C8166261B}" sibTransId="{30A3B1D7-E43A-45AC-8D77-86F231D647AA}"/>
    <dgm:cxn modelId="{0C151872-3220-4767-AFB3-37A90F79710A}" type="presOf" srcId="{1B4BE725-539F-4E79-B529-9118F9AC78F6}" destId="{47CA0F46-5747-4BFE-AAAC-0B0B596142F1}" srcOrd="1" destOrd="0" presId="urn:microsoft.com/office/officeart/2005/8/layout/hProcess4"/>
    <dgm:cxn modelId="{9A80DD53-8998-48C1-A13C-610586E84F5A}" type="presOf" srcId="{5A28E785-8B2A-46B4-8636-D156F8745D11}" destId="{85AFFB40-61C4-432F-9BC6-2D4B9BC4052F}" srcOrd="0" destOrd="0" presId="urn:microsoft.com/office/officeart/2005/8/layout/hProcess4"/>
    <dgm:cxn modelId="{B9B84256-20E2-44F1-835D-B2EDD0777C38}" type="presOf" srcId="{CCF61D8F-C971-416D-BA13-C54B6C74B82E}" destId="{58732316-E86C-4919-A3D1-39405FB51A9B}" srcOrd="0" destOrd="0" presId="urn:microsoft.com/office/officeart/2005/8/layout/hProcess4"/>
    <dgm:cxn modelId="{6B27DA77-4D60-4AA1-8491-BC0F9E141411}" type="presOf" srcId="{884615C8-31B7-4203-9F6B-E6F32F1AE107}" destId="{7AA4A6A8-6971-4F33-9A46-6AE3E0E25219}" srcOrd="0" destOrd="0" presId="urn:microsoft.com/office/officeart/2005/8/layout/hProcess4"/>
    <dgm:cxn modelId="{2661EA78-3240-45CB-9B83-E9AA6E5E7658}" type="presOf" srcId="{7171AC41-9301-4C7D-8282-6BD447374FDD}" destId="{1B5CF213-F763-4CAF-8D87-6356DAAADA64}" srcOrd="0" destOrd="0" presId="urn:microsoft.com/office/officeart/2005/8/layout/hProcess4"/>
    <dgm:cxn modelId="{EE995380-8BD3-448E-A7E8-07380A4C2608}" type="presOf" srcId="{551952D7-51CC-4BE3-A12E-29AE545FBC53}" destId="{51678E20-F7F1-4014-ADAA-9C2B808DED90}" srcOrd="1" destOrd="2" presId="urn:microsoft.com/office/officeart/2005/8/layout/hProcess4"/>
    <dgm:cxn modelId="{9BCB2286-1845-4BF7-B226-2136C7189978}" type="presOf" srcId="{4B89136B-5FED-4A5C-8416-F231D9C23FD3}" destId="{8610AF1E-8CEE-437C-8288-5C7352EC017D}" srcOrd="1" destOrd="0" presId="urn:microsoft.com/office/officeart/2005/8/layout/hProcess4"/>
    <dgm:cxn modelId="{525CAA86-0F42-4607-9F04-781ADD105966}" srcId="{C04F502E-D750-458A-B2A7-9015A86FB47B}" destId="{91B3AB94-29D7-438B-902A-85CE5695D0B2}" srcOrd="0" destOrd="0" parTransId="{EC809687-FB97-44B9-AE8A-322D278FF32B}" sibTransId="{7171AC41-9301-4C7D-8282-6BD447374FDD}"/>
    <dgm:cxn modelId="{A644BB87-B90B-4775-A071-BF570774F5ED}" type="presOf" srcId="{1B4BE725-539F-4E79-B529-9118F9AC78F6}" destId="{D8DB229D-8CB5-4910-86D5-F0ABA962E774}" srcOrd="0" destOrd="0" presId="urn:microsoft.com/office/officeart/2005/8/layout/hProcess4"/>
    <dgm:cxn modelId="{89BE489B-903F-4A36-B472-0959D86D5AD3}" srcId="{F08E5857-47BA-41DA-AE6D-EC33C0A9BBC9}" destId="{ECDAE81B-D6E2-4488-9E95-8CC06B52EEEE}" srcOrd="1" destOrd="0" parTransId="{73C7FB29-6C46-4114-A77E-1A4C2300F0D6}" sibTransId="{FB94D912-83BD-4190-909A-042715D955D8}"/>
    <dgm:cxn modelId="{9774C6A4-E5E4-4C9F-86D2-FD7B807203DC}" srcId="{F08E5857-47BA-41DA-AE6D-EC33C0A9BBC9}" destId="{551952D7-51CC-4BE3-A12E-29AE545FBC53}" srcOrd="2" destOrd="0" parTransId="{D581C3E2-0620-4853-9526-F6674B4AFD6B}" sibTransId="{8E495856-EE41-4090-B617-F2B46A7B0B6F}"/>
    <dgm:cxn modelId="{29EDE4AF-0375-48B7-8BBC-8C060EDF5E40}" srcId="{91B3AB94-29D7-438B-902A-85CE5695D0B2}" destId="{1B4BE725-539F-4E79-B529-9118F9AC78F6}" srcOrd="0" destOrd="0" parTransId="{F59E62C0-48D6-4204-B7F5-A5E1966AB0B4}" sibTransId="{9DFD5E21-8AEC-45F7-8B2F-7281BA354F1E}"/>
    <dgm:cxn modelId="{843737B0-A19D-4FBC-8FBB-777FEE4E1815}" type="presOf" srcId="{4B89136B-5FED-4A5C-8416-F231D9C23FD3}" destId="{2C6722D7-5416-4B20-948B-DA8E7A98F798}" srcOrd="0" destOrd="0" presId="urn:microsoft.com/office/officeart/2005/8/layout/hProcess4"/>
    <dgm:cxn modelId="{EE8603B4-E6F9-41FA-B758-8E6697340D44}" type="presOf" srcId="{91B3AB94-29D7-438B-902A-85CE5695D0B2}" destId="{DFCAD03F-A343-49E7-922C-6F269404B7C1}" srcOrd="0" destOrd="0" presId="urn:microsoft.com/office/officeart/2005/8/layout/hProcess4"/>
    <dgm:cxn modelId="{504FE1BB-2C22-4014-81DF-B131DC81A24A}" srcId="{C04F502E-D750-458A-B2A7-9015A86FB47B}" destId="{F08E5857-47BA-41DA-AE6D-EC33C0A9BBC9}" srcOrd="2" destOrd="0" parTransId="{CA61B92A-194C-45FB-B4DE-75598A18B8E4}" sibTransId="{884615C8-31B7-4203-9F6B-E6F32F1AE107}"/>
    <dgm:cxn modelId="{03BB4FC0-B8D5-4287-A463-40D37D3EB1D8}" type="presOf" srcId="{ECDAE81B-D6E2-4488-9E95-8CC06B52EEEE}" destId="{51678E20-F7F1-4014-ADAA-9C2B808DED90}" srcOrd="1" destOrd="1" presId="urn:microsoft.com/office/officeart/2005/8/layout/hProcess4"/>
    <dgm:cxn modelId="{040CAAC6-8ED4-42FC-A5C7-FF9A6ED61210}" type="presOf" srcId="{5DC45B49-BECC-40B1-A08B-53672A9A159C}" destId="{4B44F31B-9B40-451C-9398-7CC5095E47E0}" srcOrd="0" destOrd="0" presId="urn:microsoft.com/office/officeart/2005/8/layout/hProcess4"/>
    <dgm:cxn modelId="{D9F868CD-BC2F-462C-B3E0-E493377FB4CE}" type="presOf" srcId="{CCF61D8F-C971-416D-BA13-C54B6C74B82E}" destId="{A1C8C7C7-4E5B-42A2-91A9-C9085261D01D}" srcOrd="1" destOrd="0" presId="urn:microsoft.com/office/officeart/2005/8/layout/hProcess4"/>
    <dgm:cxn modelId="{6113A9D2-E4B3-4030-A7EF-2C59931A8946}" srcId="{41CFCD2D-2F27-4F8C-A70B-C2D451611563}" destId="{4B89136B-5FED-4A5C-8416-F231D9C23FD3}" srcOrd="0" destOrd="0" parTransId="{F5F3F3F1-42EB-41AF-977E-19E4686EC314}" sibTransId="{2BE3528A-EDDE-4BF3-BEE8-AB27C2B0D95E}"/>
    <dgm:cxn modelId="{55B052E1-2631-486D-98F3-D28924AB5603}" type="presOf" srcId="{8A51CE54-35F8-4EF7-9614-7395A08A8C96}" destId="{51678E20-F7F1-4014-ADAA-9C2B808DED90}" srcOrd="1" destOrd="0" presId="urn:microsoft.com/office/officeart/2005/8/layout/hProcess4"/>
    <dgm:cxn modelId="{7E90A5E5-9620-4E2C-AE0F-7A42E24736BD}" srcId="{C04F502E-D750-458A-B2A7-9015A86FB47B}" destId="{41CFCD2D-2F27-4F8C-A70B-C2D451611563}" srcOrd="3" destOrd="0" parTransId="{500AE81A-3B3D-41ED-AFD8-202A5169AAE0}" sibTransId="{A990B11A-EB5F-42EF-B70F-81476C508038}"/>
    <dgm:cxn modelId="{968C069D-46A5-4AA8-85DE-6CD6FD053C2B}" type="presParOf" srcId="{E8BC52A2-6C6B-47DD-9CCB-8C40A81EFA28}" destId="{BB8E458C-D9E2-4643-B11E-D8A26E08F70B}" srcOrd="0" destOrd="0" presId="urn:microsoft.com/office/officeart/2005/8/layout/hProcess4"/>
    <dgm:cxn modelId="{7C00D5DF-4923-4CCF-9C23-0C82ACB6F8DA}" type="presParOf" srcId="{E8BC52A2-6C6B-47DD-9CCB-8C40A81EFA28}" destId="{EE6B18AF-EFAB-4E4B-882B-C0B5F6D2477B}" srcOrd="1" destOrd="0" presId="urn:microsoft.com/office/officeart/2005/8/layout/hProcess4"/>
    <dgm:cxn modelId="{D8DF7134-47D4-470B-B60A-D24375356FD3}" type="presParOf" srcId="{E8BC52A2-6C6B-47DD-9CCB-8C40A81EFA28}" destId="{B890620B-EF12-4D78-95E0-A05CA6961BDB}" srcOrd="2" destOrd="0" presId="urn:microsoft.com/office/officeart/2005/8/layout/hProcess4"/>
    <dgm:cxn modelId="{8C9E012C-FD03-46C9-A4AD-C2DEC2D1A3F0}" type="presParOf" srcId="{B890620B-EF12-4D78-95E0-A05CA6961BDB}" destId="{94F576F4-902E-4948-A5A8-795E2799BFF2}" srcOrd="0" destOrd="0" presId="urn:microsoft.com/office/officeart/2005/8/layout/hProcess4"/>
    <dgm:cxn modelId="{BE80D82D-4937-4D97-BACE-55C0397E5B41}" type="presParOf" srcId="{94F576F4-902E-4948-A5A8-795E2799BFF2}" destId="{A38F79D6-49B2-4093-A0FD-0967A0903BA7}" srcOrd="0" destOrd="0" presId="urn:microsoft.com/office/officeart/2005/8/layout/hProcess4"/>
    <dgm:cxn modelId="{6E17BEA7-227B-43AF-9280-A0512ADE9FFF}" type="presParOf" srcId="{94F576F4-902E-4948-A5A8-795E2799BFF2}" destId="{D8DB229D-8CB5-4910-86D5-F0ABA962E774}" srcOrd="1" destOrd="0" presId="urn:microsoft.com/office/officeart/2005/8/layout/hProcess4"/>
    <dgm:cxn modelId="{65307CAA-30B6-49C7-8A21-404DEB9B6688}" type="presParOf" srcId="{94F576F4-902E-4948-A5A8-795E2799BFF2}" destId="{47CA0F46-5747-4BFE-AAAC-0B0B596142F1}" srcOrd="2" destOrd="0" presId="urn:microsoft.com/office/officeart/2005/8/layout/hProcess4"/>
    <dgm:cxn modelId="{A428B1A8-0093-4D4C-86D6-C8A6241F5E18}" type="presParOf" srcId="{94F576F4-902E-4948-A5A8-795E2799BFF2}" destId="{DFCAD03F-A343-49E7-922C-6F269404B7C1}" srcOrd="3" destOrd="0" presId="urn:microsoft.com/office/officeart/2005/8/layout/hProcess4"/>
    <dgm:cxn modelId="{B0FC93EE-65E3-4E5D-8188-D300B819778B}" type="presParOf" srcId="{94F576F4-902E-4948-A5A8-795E2799BFF2}" destId="{941EB09B-0EB0-498E-BC1D-6C5F0C9AD64A}" srcOrd="4" destOrd="0" presId="urn:microsoft.com/office/officeart/2005/8/layout/hProcess4"/>
    <dgm:cxn modelId="{2AF448E0-C3DE-4171-A1D3-F4018081664C}" type="presParOf" srcId="{B890620B-EF12-4D78-95E0-A05CA6961BDB}" destId="{1B5CF213-F763-4CAF-8D87-6356DAAADA64}" srcOrd="1" destOrd="0" presId="urn:microsoft.com/office/officeart/2005/8/layout/hProcess4"/>
    <dgm:cxn modelId="{C0E83B87-9DF9-461C-9B1C-C66224959EB7}" type="presParOf" srcId="{B890620B-EF12-4D78-95E0-A05CA6961BDB}" destId="{07DD6013-A1B5-4A71-8164-CDBF6B98C8A5}" srcOrd="2" destOrd="0" presId="urn:microsoft.com/office/officeart/2005/8/layout/hProcess4"/>
    <dgm:cxn modelId="{2D9319CC-EBD1-4769-85E6-0EC4FA0C79F4}" type="presParOf" srcId="{07DD6013-A1B5-4A71-8164-CDBF6B98C8A5}" destId="{38F26FAA-224A-4F54-B33F-8C813EAF2C9D}" srcOrd="0" destOrd="0" presId="urn:microsoft.com/office/officeart/2005/8/layout/hProcess4"/>
    <dgm:cxn modelId="{6196A62A-A1E5-4CC1-93F5-B38E2F35C837}" type="presParOf" srcId="{07DD6013-A1B5-4A71-8164-CDBF6B98C8A5}" destId="{58732316-E86C-4919-A3D1-39405FB51A9B}" srcOrd="1" destOrd="0" presId="urn:microsoft.com/office/officeart/2005/8/layout/hProcess4"/>
    <dgm:cxn modelId="{5C1DA563-86BD-42B3-8723-A887B3408FE6}" type="presParOf" srcId="{07DD6013-A1B5-4A71-8164-CDBF6B98C8A5}" destId="{A1C8C7C7-4E5B-42A2-91A9-C9085261D01D}" srcOrd="2" destOrd="0" presId="urn:microsoft.com/office/officeart/2005/8/layout/hProcess4"/>
    <dgm:cxn modelId="{D333C514-CD41-4694-85B0-BBF750BEAE6C}" type="presParOf" srcId="{07DD6013-A1B5-4A71-8164-CDBF6B98C8A5}" destId="{85AFFB40-61C4-432F-9BC6-2D4B9BC4052F}" srcOrd="3" destOrd="0" presId="urn:microsoft.com/office/officeart/2005/8/layout/hProcess4"/>
    <dgm:cxn modelId="{9AE72C0C-E825-462E-BE5C-5E59CAC070DB}" type="presParOf" srcId="{07DD6013-A1B5-4A71-8164-CDBF6B98C8A5}" destId="{E53C0855-F4FF-42BE-AEED-15E991597117}" srcOrd="4" destOrd="0" presId="urn:microsoft.com/office/officeart/2005/8/layout/hProcess4"/>
    <dgm:cxn modelId="{1D3A91B3-889C-423D-84BF-862561CCA65A}" type="presParOf" srcId="{B890620B-EF12-4D78-95E0-A05CA6961BDB}" destId="{4B44F31B-9B40-451C-9398-7CC5095E47E0}" srcOrd="3" destOrd="0" presId="urn:microsoft.com/office/officeart/2005/8/layout/hProcess4"/>
    <dgm:cxn modelId="{F6A451DB-9F19-43F4-A539-318527B8E7A1}" type="presParOf" srcId="{B890620B-EF12-4D78-95E0-A05CA6961BDB}" destId="{7B4FD662-F66B-462B-B456-1CBD686CD6A6}" srcOrd="4" destOrd="0" presId="urn:microsoft.com/office/officeart/2005/8/layout/hProcess4"/>
    <dgm:cxn modelId="{5CE02093-3AD4-4546-8983-330EFE725654}" type="presParOf" srcId="{7B4FD662-F66B-462B-B456-1CBD686CD6A6}" destId="{B2286489-77E0-4A36-A726-AB5F440D14E5}" srcOrd="0" destOrd="0" presId="urn:microsoft.com/office/officeart/2005/8/layout/hProcess4"/>
    <dgm:cxn modelId="{59D54D18-C9EA-434C-9420-755D60B4F1AD}" type="presParOf" srcId="{7B4FD662-F66B-462B-B456-1CBD686CD6A6}" destId="{6A7B8406-8E51-401A-9C39-14794B6173C5}" srcOrd="1" destOrd="0" presId="urn:microsoft.com/office/officeart/2005/8/layout/hProcess4"/>
    <dgm:cxn modelId="{76B21F7A-A7C7-41C9-B1E0-FB5357C26BA8}" type="presParOf" srcId="{7B4FD662-F66B-462B-B456-1CBD686CD6A6}" destId="{51678E20-F7F1-4014-ADAA-9C2B808DED90}" srcOrd="2" destOrd="0" presId="urn:microsoft.com/office/officeart/2005/8/layout/hProcess4"/>
    <dgm:cxn modelId="{2E94D15F-657E-4D0A-9BDC-8D647DC1862E}" type="presParOf" srcId="{7B4FD662-F66B-462B-B456-1CBD686CD6A6}" destId="{B889FA8F-4782-48D9-AAE9-97F084AAF026}" srcOrd="3" destOrd="0" presId="urn:microsoft.com/office/officeart/2005/8/layout/hProcess4"/>
    <dgm:cxn modelId="{3B637A06-6779-458D-811C-96F3EB8FFAC5}" type="presParOf" srcId="{7B4FD662-F66B-462B-B456-1CBD686CD6A6}" destId="{3E0D8871-C6B1-4423-B119-FCE83B684DB2}" srcOrd="4" destOrd="0" presId="urn:microsoft.com/office/officeart/2005/8/layout/hProcess4"/>
    <dgm:cxn modelId="{C7BE67E7-35AB-429E-AD3E-4268F73B6FD7}" type="presParOf" srcId="{B890620B-EF12-4D78-95E0-A05CA6961BDB}" destId="{7AA4A6A8-6971-4F33-9A46-6AE3E0E25219}" srcOrd="5" destOrd="0" presId="urn:microsoft.com/office/officeart/2005/8/layout/hProcess4"/>
    <dgm:cxn modelId="{D44D8288-AFED-48D7-8DEF-85712EE73776}" type="presParOf" srcId="{B890620B-EF12-4D78-95E0-A05CA6961BDB}" destId="{D7FD63F0-D975-40FC-B45F-60012AFA0FBB}" srcOrd="6" destOrd="0" presId="urn:microsoft.com/office/officeart/2005/8/layout/hProcess4"/>
    <dgm:cxn modelId="{8B83052A-A29F-4A2D-BC6B-06B735DB69CD}" type="presParOf" srcId="{D7FD63F0-D975-40FC-B45F-60012AFA0FBB}" destId="{6F7D95EE-5BD7-4149-867A-68404BC4B534}" srcOrd="0" destOrd="0" presId="urn:microsoft.com/office/officeart/2005/8/layout/hProcess4"/>
    <dgm:cxn modelId="{70CFEA29-F346-4E4E-B188-08D306EACE98}" type="presParOf" srcId="{D7FD63F0-D975-40FC-B45F-60012AFA0FBB}" destId="{2C6722D7-5416-4B20-948B-DA8E7A98F798}" srcOrd="1" destOrd="0" presId="urn:microsoft.com/office/officeart/2005/8/layout/hProcess4"/>
    <dgm:cxn modelId="{875DDC1C-D141-43DC-A008-38C7B6003A9D}" type="presParOf" srcId="{D7FD63F0-D975-40FC-B45F-60012AFA0FBB}" destId="{8610AF1E-8CEE-437C-8288-5C7352EC017D}" srcOrd="2" destOrd="0" presId="urn:microsoft.com/office/officeart/2005/8/layout/hProcess4"/>
    <dgm:cxn modelId="{7CB8F6CA-9618-4D7D-8EF5-66A75BFC2D56}" type="presParOf" srcId="{D7FD63F0-D975-40FC-B45F-60012AFA0FBB}" destId="{007ECFCF-1433-42C1-AF33-8598D13C2ED4}" srcOrd="3" destOrd="0" presId="urn:microsoft.com/office/officeart/2005/8/layout/hProcess4"/>
    <dgm:cxn modelId="{2648B5DA-295D-44D9-AC35-5063F2F7DCF7}" type="presParOf" srcId="{D7FD63F0-D975-40FC-B45F-60012AFA0FBB}" destId="{F98CEA20-377F-4552-ABCA-719138B0CBDC}" srcOrd="4" destOrd="0" presId="urn:microsoft.com/office/officeart/2005/8/layout/h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2293008-32D1-49B8-87C1-9846C03CBDC1}"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56B1044D-9502-4067-BAB3-4D1C4ACC46B3}">
      <dgm:prSet/>
      <dgm:spPr/>
      <dgm:t>
        <a:bodyPr/>
        <a:lstStyle/>
        <a:p>
          <a:r>
            <a:rPr lang="en-US" b="1" i="0" baseline="0"/>
            <a:t>Inputs (Business Perspective):</a:t>
          </a:r>
          <a:endParaRPr lang="en-US"/>
        </a:p>
      </dgm:t>
    </dgm:pt>
    <dgm:pt modelId="{F495D80F-B7EF-45A6-B26E-987726AB781E}" type="parTrans" cxnId="{9371C876-BD1D-4A33-B01E-725A87AC7FC6}">
      <dgm:prSet/>
      <dgm:spPr/>
      <dgm:t>
        <a:bodyPr/>
        <a:lstStyle/>
        <a:p>
          <a:endParaRPr lang="en-US"/>
        </a:p>
      </dgm:t>
    </dgm:pt>
    <dgm:pt modelId="{62185F2D-3A1B-4C02-A557-DC0647D3D4D5}" type="sibTrans" cxnId="{9371C876-BD1D-4A33-B01E-725A87AC7FC6}">
      <dgm:prSet/>
      <dgm:spPr/>
      <dgm:t>
        <a:bodyPr/>
        <a:lstStyle/>
        <a:p>
          <a:endParaRPr lang="en-US"/>
        </a:p>
      </dgm:t>
    </dgm:pt>
    <dgm:pt modelId="{6D4E774F-CCCD-4145-96FB-3387F012C247}">
      <dgm:prSet/>
      <dgm:spPr/>
      <dgm:t>
        <a:bodyPr/>
        <a:lstStyle/>
        <a:p>
          <a:r>
            <a:rPr lang="en-US" b="0" i="0" baseline="0"/>
            <a:t>Customer identification details (for KYC/Onboarding) based on the CIC parameter.</a:t>
          </a:r>
          <a:endParaRPr lang="en-US"/>
        </a:p>
      </dgm:t>
    </dgm:pt>
    <dgm:pt modelId="{1E443D8B-C24C-4424-8B02-38776FFD24CC}" type="parTrans" cxnId="{DE14CDDB-BD36-4D1D-A234-212C23A87A0D}">
      <dgm:prSet/>
      <dgm:spPr/>
      <dgm:t>
        <a:bodyPr/>
        <a:lstStyle/>
        <a:p>
          <a:endParaRPr lang="en-US"/>
        </a:p>
      </dgm:t>
    </dgm:pt>
    <dgm:pt modelId="{429F9DE1-F40E-478B-B654-B5F25A0B44EF}" type="sibTrans" cxnId="{DE14CDDB-BD36-4D1D-A234-212C23A87A0D}">
      <dgm:prSet/>
      <dgm:spPr/>
      <dgm:t>
        <a:bodyPr/>
        <a:lstStyle/>
        <a:p>
          <a:endParaRPr lang="en-US"/>
        </a:p>
      </dgm:t>
    </dgm:pt>
    <dgm:pt modelId="{4653A8F2-8B54-46BC-82EA-E250DD2C2E9F}">
      <dgm:prSet/>
      <dgm:spPr/>
      <dgm:t>
        <a:bodyPr/>
        <a:lstStyle/>
        <a:p>
          <a:r>
            <a:rPr lang="en-US" b="0" i="0" baseline="0"/>
            <a:t>Gold selection and subscription/redemption details (bullion type, amount) based on transaction inputs.</a:t>
          </a:r>
          <a:endParaRPr lang="en-US"/>
        </a:p>
      </dgm:t>
    </dgm:pt>
    <dgm:pt modelId="{101F0862-729F-4F17-9793-7D2E64BDD658}" type="parTrans" cxnId="{7C1F06E9-348C-48FA-B81C-D9198AE9220A}">
      <dgm:prSet/>
      <dgm:spPr/>
      <dgm:t>
        <a:bodyPr/>
        <a:lstStyle/>
        <a:p>
          <a:endParaRPr lang="en-US"/>
        </a:p>
      </dgm:t>
    </dgm:pt>
    <dgm:pt modelId="{761EC36A-870B-43E0-A0D6-DF61DDE10925}" type="sibTrans" cxnId="{7C1F06E9-348C-48FA-B81C-D9198AE9220A}">
      <dgm:prSet/>
      <dgm:spPr/>
      <dgm:t>
        <a:bodyPr/>
        <a:lstStyle/>
        <a:p>
          <a:endParaRPr lang="en-US"/>
        </a:p>
      </dgm:t>
    </dgm:pt>
    <dgm:pt modelId="{6935B39C-CDAB-4622-B17A-4D3AD2524F33}">
      <dgm:prSet/>
      <dgm:spPr/>
      <dgm:t>
        <a:bodyPr/>
        <a:lstStyle/>
        <a:p>
          <a:r>
            <a:rPr lang="en-US" b="1" i="0" baseline="0"/>
            <a:t>Outputs (Business Perspective):</a:t>
          </a:r>
          <a:endParaRPr lang="en-US"/>
        </a:p>
      </dgm:t>
    </dgm:pt>
    <dgm:pt modelId="{EB44EE12-5CCA-4D5B-A5A5-E4F11E68A89E}" type="parTrans" cxnId="{A51FA12B-5556-4EF3-B9A3-6D2DA9FB865D}">
      <dgm:prSet/>
      <dgm:spPr/>
      <dgm:t>
        <a:bodyPr/>
        <a:lstStyle/>
        <a:p>
          <a:endParaRPr lang="en-US"/>
        </a:p>
      </dgm:t>
    </dgm:pt>
    <dgm:pt modelId="{FEFD083F-062F-443F-A60A-69C17AED7B99}" type="sibTrans" cxnId="{A51FA12B-5556-4EF3-B9A3-6D2DA9FB865D}">
      <dgm:prSet/>
      <dgm:spPr/>
      <dgm:t>
        <a:bodyPr/>
        <a:lstStyle/>
        <a:p>
          <a:endParaRPr lang="en-US"/>
        </a:p>
      </dgm:t>
    </dgm:pt>
    <dgm:pt modelId="{1405E532-6216-49BF-8F9A-D13E028727D5}">
      <dgm:prSet/>
      <dgm:spPr/>
      <dgm:t>
        <a:bodyPr/>
        <a:lstStyle/>
        <a:p>
          <a:r>
            <a:rPr lang="en-US" b="0" i="0" baseline="0" dirty="0"/>
            <a:t>Gold details and pricing data .</a:t>
          </a:r>
          <a:endParaRPr lang="en-US" dirty="0"/>
        </a:p>
      </dgm:t>
    </dgm:pt>
    <dgm:pt modelId="{B652BE68-0660-4D48-9879-F85412BCBB3F}" type="parTrans" cxnId="{4BC0E8E7-53D0-4F07-AC96-6B7D9DC171DE}">
      <dgm:prSet/>
      <dgm:spPr/>
      <dgm:t>
        <a:bodyPr/>
        <a:lstStyle/>
        <a:p>
          <a:endParaRPr lang="en-US"/>
        </a:p>
      </dgm:t>
    </dgm:pt>
    <dgm:pt modelId="{83584729-E995-443B-8837-968C63FD9517}" type="sibTrans" cxnId="{4BC0E8E7-53D0-4F07-AC96-6B7D9DC171DE}">
      <dgm:prSet/>
      <dgm:spPr/>
      <dgm:t>
        <a:bodyPr/>
        <a:lstStyle/>
        <a:p>
          <a:endParaRPr lang="en-US"/>
        </a:p>
      </dgm:t>
    </dgm:pt>
    <dgm:pt modelId="{C775228B-7D97-4FFB-9C08-A1B217016423}">
      <dgm:prSet/>
      <dgm:spPr/>
      <dgm:t>
        <a:bodyPr/>
        <a:lstStyle/>
        <a:p>
          <a:r>
            <a:rPr lang="en-US" b="0" i="0" baseline="0" dirty="0"/>
            <a:t>Subscription/redemption confirmation and status </a:t>
          </a:r>
          <a:endParaRPr lang="en-US" dirty="0"/>
        </a:p>
      </dgm:t>
    </dgm:pt>
    <dgm:pt modelId="{600582E3-5852-4F89-B3BD-BF3BA730443E}" type="parTrans" cxnId="{37E6FFCC-D476-4C21-9C85-0B73ECE2C6D5}">
      <dgm:prSet/>
      <dgm:spPr/>
      <dgm:t>
        <a:bodyPr/>
        <a:lstStyle/>
        <a:p>
          <a:endParaRPr lang="en-US"/>
        </a:p>
      </dgm:t>
    </dgm:pt>
    <dgm:pt modelId="{C80833E9-F00C-44FE-B73B-8ADB6B1EA888}" type="sibTrans" cxnId="{37E6FFCC-D476-4C21-9C85-0B73ECE2C6D5}">
      <dgm:prSet/>
      <dgm:spPr/>
      <dgm:t>
        <a:bodyPr/>
        <a:lstStyle/>
        <a:p>
          <a:endParaRPr lang="en-US"/>
        </a:p>
      </dgm:t>
    </dgm:pt>
    <dgm:pt modelId="{30BE89C2-8BC2-46BF-8920-6A695A4B257B}">
      <dgm:prSet/>
      <dgm:spPr/>
      <dgm:t>
        <a:bodyPr/>
        <a:lstStyle/>
        <a:p>
          <a:r>
            <a:rPr lang="en-US" b="0" i="0" baseline="0" dirty="0"/>
            <a:t>Portfolio summaries and performance reports</a:t>
          </a:r>
          <a:endParaRPr lang="en-US" dirty="0"/>
        </a:p>
      </dgm:t>
    </dgm:pt>
    <dgm:pt modelId="{4585423D-2AF7-45D5-8CDC-C1C47512D5A1}" type="parTrans" cxnId="{56EC9D0E-3E95-4C09-934D-B14F2CCA1835}">
      <dgm:prSet/>
      <dgm:spPr/>
      <dgm:t>
        <a:bodyPr/>
        <a:lstStyle/>
        <a:p>
          <a:endParaRPr lang="en-US"/>
        </a:p>
      </dgm:t>
    </dgm:pt>
    <dgm:pt modelId="{47B7924D-48A7-4BDD-8AB9-FB1DAAC4DF8F}" type="sibTrans" cxnId="{56EC9D0E-3E95-4C09-934D-B14F2CCA1835}">
      <dgm:prSet/>
      <dgm:spPr/>
      <dgm:t>
        <a:bodyPr/>
        <a:lstStyle/>
        <a:p>
          <a:endParaRPr lang="en-US"/>
        </a:p>
      </dgm:t>
    </dgm:pt>
    <dgm:pt modelId="{569EEDA1-CB19-46E8-8326-4C11661E55EB}">
      <dgm:prSet/>
      <dgm:spPr/>
      <dgm:t>
        <a:bodyPr/>
        <a:lstStyle/>
        <a:p>
          <a:r>
            <a:rPr lang="en-US" b="0" i="0" baseline="0" dirty="0"/>
            <a:t>Notifications on transactions and dividends (based on the Confirmation Status Callback API).</a:t>
          </a:r>
          <a:endParaRPr lang="en-US" dirty="0"/>
        </a:p>
      </dgm:t>
    </dgm:pt>
    <dgm:pt modelId="{EBADB9E5-5DB8-4381-ADAA-6E0671585D29}" type="parTrans" cxnId="{ECECA1D3-6B93-496B-80F0-A36FE2E8F39D}">
      <dgm:prSet/>
      <dgm:spPr/>
      <dgm:t>
        <a:bodyPr/>
        <a:lstStyle/>
        <a:p>
          <a:endParaRPr lang="en-US"/>
        </a:p>
      </dgm:t>
    </dgm:pt>
    <dgm:pt modelId="{52390C6E-D864-4701-9B38-6A57AA010E6B}" type="sibTrans" cxnId="{ECECA1D3-6B93-496B-80F0-A36FE2E8F39D}">
      <dgm:prSet/>
      <dgm:spPr/>
      <dgm:t>
        <a:bodyPr/>
        <a:lstStyle/>
        <a:p>
          <a:endParaRPr lang="en-US"/>
        </a:p>
      </dgm:t>
    </dgm:pt>
    <dgm:pt modelId="{55FE75C9-676F-405D-812B-DB9BDCDBCB81}" type="pres">
      <dgm:prSet presAssocID="{32293008-32D1-49B8-87C1-9846C03CBDC1}" presName="linear" presStyleCnt="0">
        <dgm:presLayoutVars>
          <dgm:animLvl val="lvl"/>
          <dgm:resizeHandles val="exact"/>
        </dgm:presLayoutVars>
      </dgm:prSet>
      <dgm:spPr/>
    </dgm:pt>
    <dgm:pt modelId="{016D4134-D3E6-4A1F-AB3F-9FD4CC8B25E8}" type="pres">
      <dgm:prSet presAssocID="{56B1044D-9502-4067-BAB3-4D1C4ACC46B3}" presName="parentText" presStyleLbl="node1" presStyleIdx="0" presStyleCnt="2">
        <dgm:presLayoutVars>
          <dgm:chMax val="0"/>
          <dgm:bulletEnabled val="1"/>
        </dgm:presLayoutVars>
      </dgm:prSet>
      <dgm:spPr/>
    </dgm:pt>
    <dgm:pt modelId="{D8FB72CD-A53E-4CF3-ABD4-4B8EE2D0AA0D}" type="pres">
      <dgm:prSet presAssocID="{56B1044D-9502-4067-BAB3-4D1C4ACC46B3}" presName="childText" presStyleLbl="revTx" presStyleIdx="0" presStyleCnt="2">
        <dgm:presLayoutVars>
          <dgm:bulletEnabled val="1"/>
        </dgm:presLayoutVars>
      </dgm:prSet>
      <dgm:spPr/>
    </dgm:pt>
    <dgm:pt modelId="{66A4D9B1-27CB-455F-B727-0F685CCE9521}" type="pres">
      <dgm:prSet presAssocID="{6935B39C-CDAB-4622-B17A-4D3AD2524F33}" presName="parentText" presStyleLbl="node1" presStyleIdx="1" presStyleCnt="2">
        <dgm:presLayoutVars>
          <dgm:chMax val="0"/>
          <dgm:bulletEnabled val="1"/>
        </dgm:presLayoutVars>
      </dgm:prSet>
      <dgm:spPr/>
    </dgm:pt>
    <dgm:pt modelId="{C2C0FAA7-3A52-4A52-B239-D5CED065B2C1}" type="pres">
      <dgm:prSet presAssocID="{6935B39C-CDAB-4622-B17A-4D3AD2524F33}" presName="childText" presStyleLbl="revTx" presStyleIdx="1" presStyleCnt="2">
        <dgm:presLayoutVars>
          <dgm:bulletEnabled val="1"/>
        </dgm:presLayoutVars>
      </dgm:prSet>
      <dgm:spPr/>
    </dgm:pt>
  </dgm:ptLst>
  <dgm:cxnLst>
    <dgm:cxn modelId="{CE310108-741E-483A-AD4B-E394855C27D3}" type="presOf" srcId="{569EEDA1-CB19-46E8-8326-4C11661E55EB}" destId="{C2C0FAA7-3A52-4A52-B239-D5CED065B2C1}" srcOrd="0" destOrd="3" presId="urn:microsoft.com/office/officeart/2005/8/layout/vList2"/>
    <dgm:cxn modelId="{19C7E009-9DCD-4026-AF1C-7104287CD073}" type="presOf" srcId="{56B1044D-9502-4067-BAB3-4D1C4ACC46B3}" destId="{016D4134-D3E6-4A1F-AB3F-9FD4CC8B25E8}" srcOrd="0" destOrd="0" presId="urn:microsoft.com/office/officeart/2005/8/layout/vList2"/>
    <dgm:cxn modelId="{56EC9D0E-3E95-4C09-934D-B14F2CCA1835}" srcId="{6935B39C-CDAB-4622-B17A-4D3AD2524F33}" destId="{30BE89C2-8BC2-46BF-8920-6A695A4B257B}" srcOrd="2" destOrd="0" parTransId="{4585423D-2AF7-45D5-8CDC-C1C47512D5A1}" sibTransId="{47B7924D-48A7-4BDD-8AB9-FB1DAAC4DF8F}"/>
    <dgm:cxn modelId="{FAEAE51D-FED8-4066-963E-7FC23F09A438}" type="presOf" srcId="{C775228B-7D97-4FFB-9C08-A1B217016423}" destId="{C2C0FAA7-3A52-4A52-B239-D5CED065B2C1}" srcOrd="0" destOrd="1" presId="urn:microsoft.com/office/officeart/2005/8/layout/vList2"/>
    <dgm:cxn modelId="{EF867224-07DB-4C30-94A2-AA00DC38FF62}" type="presOf" srcId="{1405E532-6216-49BF-8F9A-D13E028727D5}" destId="{C2C0FAA7-3A52-4A52-B239-D5CED065B2C1}" srcOrd="0" destOrd="0" presId="urn:microsoft.com/office/officeart/2005/8/layout/vList2"/>
    <dgm:cxn modelId="{A51FA12B-5556-4EF3-B9A3-6D2DA9FB865D}" srcId="{32293008-32D1-49B8-87C1-9846C03CBDC1}" destId="{6935B39C-CDAB-4622-B17A-4D3AD2524F33}" srcOrd="1" destOrd="0" parTransId="{EB44EE12-5CCA-4D5B-A5A5-E4F11E68A89E}" sibTransId="{FEFD083F-062F-443F-A60A-69C17AED7B99}"/>
    <dgm:cxn modelId="{1F678E51-EABE-40F4-A8C9-BDA6582318AB}" type="presOf" srcId="{4653A8F2-8B54-46BC-82EA-E250DD2C2E9F}" destId="{D8FB72CD-A53E-4CF3-ABD4-4B8EE2D0AA0D}" srcOrd="0" destOrd="1" presId="urn:microsoft.com/office/officeart/2005/8/layout/vList2"/>
    <dgm:cxn modelId="{75A05975-6127-4556-BA7E-412ED6B20B8C}" type="presOf" srcId="{30BE89C2-8BC2-46BF-8920-6A695A4B257B}" destId="{C2C0FAA7-3A52-4A52-B239-D5CED065B2C1}" srcOrd="0" destOrd="2" presId="urn:microsoft.com/office/officeart/2005/8/layout/vList2"/>
    <dgm:cxn modelId="{9371C876-BD1D-4A33-B01E-725A87AC7FC6}" srcId="{32293008-32D1-49B8-87C1-9846C03CBDC1}" destId="{56B1044D-9502-4067-BAB3-4D1C4ACC46B3}" srcOrd="0" destOrd="0" parTransId="{F495D80F-B7EF-45A6-B26E-987726AB781E}" sibTransId="{62185F2D-3A1B-4C02-A557-DC0647D3D4D5}"/>
    <dgm:cxn modelId="{41827296-E655-4847-A810-716B873A7188}" type="presOf" srcId="{32293008-32D1-49B8-87C1-9846C03CBDC1}" destId="{55FE75C9-676F-405D-812B-DB9BDCDBCB81}" srcOrd="0" destOrd="0" presId="urn:microsoft.com/office/officeart/2005/8/layout/vList2"/>
    <dgm:cxn modelId="{AF7DB4C1-B01D-40FB-99AB-0684CB1DB5D0}" type="presOf" srcId="{6D4E774F-CCCD-4145-96FB-3387F012C247}" destId="{D8FB72CD-A53E-4CF3-ABD4-4B8EE2D0AA0D}" srcOrd="0" destOrd="0" presId="urn:microsoft.com/office/officeart/2005/8/layout/vList2"/>
    <dgm:cxn modelId="{37E6FFCC-D476-4C21-9C85-0B73ECE2C6D5}" srcId="{6935B39C-CDAB-4622-B17A-4D3AD2524F33}" destId="{C775228B-7D97-4FFB-9C08-A1B217016423}" srcOrd="1" destOrd="0" parTransId="{600582E3-5852-4F89-B3BD-BF3BA730443E}" sibTransId="{C80833E9-F00C-44FE-B73B-8ADB6B1EA888}"/>
    <dgm:cxn modelId="{ECECA1D3-6B93-496B-80F0-A36FE2E8F39D}" srcId="{6935B39C-CDAB-4622-B17A-4D3AD2524F33}" destId="{569EEDA1-CB19-46E8-8326-4C11661E55EB}" srcOrd="3" destOrd="0" parTransId="{EBADB9E5-5DB8-4381-ADAA-6E0671585D29}" sibTransId="{52390C6E-D864-4701-9B38-6A57AA010E6B}"/>
    <dgm:cxn modelId="{DE14CDDB-BD36-4D1D-A234-212C23A87A0D}" srcId="{56B1044D-9502-4067-BAB3-4D1C4ACC46B3}" destId="{6D4E774F-CCCD-4145-96FB-3387F012C247}" srcOrd="0" destOrd="0" parTransId="{1E443D8B-C24C-4424-8B02-38776FFD24CC}" sibTransId="{429F9DE1-F40E-478B-B654-B5F25A0B44EF}"/>
    <dgm:cxn modelId="{4BC0E8E7-53D0-4F07-AC96-6B7D9DC171DE}" srcId="{6935B39C-CDAB-4622-B17A-4D3AD2524F33}" destId="{1405E532-6216-49BF-8F9A-D13E028727D5}" srcOrd="0" destOrd="0" parTransId="{B652BE68-0660-4D48-9879-F85412BCBB3F}" sibTransId="{83584729-E995-443B-8837-968C63FD9517}"/>
    <dgm:cxn modelId="{7C1F06E9-348C-48FA-B81C-D9198AE9220A}" srcId="{56B1044D-9502-4067-BAB3-4D1C4ACC46B3}" destId="{4653A8F2-8B54-46BC-82EA-E250DD2C2E9F}" srcOrd="1" destOrd="0" parTransId="{101F0862-729F-4F17-9793-7D2E64BDD658}" sibTransId="{761EC36A-870B-43E0-A0D6-DF61DDE10925}"/>
    <dgm:cxn modelId="{721085FA-3868-4ED5-A705-20B8067A3AD7}" type="presOf" srcId="{6935B39C-CDAB-4622-B17A-4D3AD2524F33}" destId="{66A4D9B1-27CB-455F-B727-0F685CCE9521}" srcOrd="0" destOrd="0" presId="urn:microsoft.com/office/officeart/2005/8/layout/vList2"/>
    <dgm:cxn modelId="{408890C8-A663-43E3-A327-33A43E87C2C0}" type="presParOf" srcId="{55FE75C9-676F-405D-812B-DB9BDCDBCB81}" destId="{016D4134-D3E6-4A1F-AB3F-9FD4CC8B25E8}" srcOrd="0" destOrd="0" presId="urn:microsoft.com/office/officeart/2005/8/layout/vList2"/>
    <dgm:cxn modelId="{D7560AA2-E45B-4BC1-AF14-B75253C6F40D}" type="presParOf" srcId="{55FE75C9-676F-405D-812B-DB9BDCDBCB81}" destId="{D8FB72CD-A53E-4CF3-ABD4-4B8EE2D0AA0D}" srcOrd="1" destOrd="0" presId="urn:microsoft.com/office/officeart/2005/8/layout/vList2"/>
    <dgm:cxn modelId="{6E66035A-70C6-46E9-803B-59C2EAB0D9D4}" type="presParOf" srcId="{55FE75C9-676F-405D-812B-DB9BDCDBCB81}" destId="{66A4D9B1-27CB-455F-B727-0F685CCE9521}" srcOrd="2" destOrd="0" presId="urn:microsoft.com/office/officeart/2005/8/layout/vList2"/>
    <dgm:cxn modelId="{BB766EA4-48E2-4842-AD2D-5A0810B2C90B}" type="presParOf" srcId="{55FE75C9-676F-405D-812B-DB9BDCDBCB81}" destId="{C2C0FAA7-3A52-4A52-B239-D5CED065B2C1}"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58078C-48F0-4AD8-A702-011A1B42AF47}">
      <dsp:nvSpPr>
        <dsp:cNvPr id="0" name=""/>
        <dsp:cNvSpPr/>
      </dsp:nvSpPr>
      <dsp:spPr>
        <a:xfrm>
          <a:off x="0" y="40537"/>
          <a:ext cx="11734799" cy="407745"/>
        </a:xfrm>
        <a:prstGeom prst="roundRect">
          <a:avLst/>
        </a:prstGeom>
        <a:solidFill>
          <a:schemeClr val="accent1">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i="0" kern="1200" baseline="0"/>
            <a:t>What is the API Marketplace?</a:t>
          </a:r>
          <a:endParaRPr lang="en-US" sz="1700" kern="1200"/>
        </a:p>
      </dsp:txBody>
      <dsp:txXfrm>
        <a:off x="19904" y="60441"/>
        <a:ext cx="11694991" cy="367937"/>
      </dsp:txXfrm>
    </dsp:sp>
    <dsp:sp modelId="{6C2AB213-C973-4D04-849C-B7BE58E8820F}">
      <dsp:nvSpPr>
        <dsp:cNvPr id="0" name=""/>
        <dsp:cNvSpPr/>
      </dsp:nvSpPr>
      <dsp:spPr>
        <a:xfrm>
          <a:off x="0" y="448282"/>
          <a:ext cx="11734799" cy="4486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72580"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en-US" sz="1300" b="0" i="0" kern="1200" baseline="0" dirty="0"/>
            <a:t>A Centralized platform to expose APIs for mutual fund investments.</a:t>
          </a:r>
          <a:endParaRPr lang="en-US" sz="1300" kern="1200" dirty="0"/>
        </a:p>
        <a:p>
          <a:pPr marL="114300" lvl="1" indent="-114300" algn="l" defTabSz="577850">
            <a:lnSpc>
              <a:spcPct val="90000"/>
            </a:lnSpc>
            <a:spcBef>
              <a:spcPct val="0"/>
            </a:spcBef>
            <a:spcAft>
              <a:spcPct val="20000"/>
            </a:spcAft>
            <a:buChar char="•"/>
          </a:pPr>
          <a:r>
            <a:rPr lang="en-US" sz="1300" b="0" i="0" kern="1200" baseline="0" dirty="0"/>
            <a:t>Enables ARB subsidiaries to offer mutual fund services through their digital channels.</a:t>
          </a:r>
          <a:endParaRPr lang="en-US" sz="1300" kern="1200" dirty="0"/>
        </a:p>
      </dsp:txBody>
      <dsp:txXfrm>
        <a:off x="0" y="448282"/>
        <a:ext cx="11734799" cy="448672"/>
      </dsp:txXfrm>
    </dsp:sp>
    <dsp:sp modelId="{302C46EE-CA92-449E-A326-550A32D320A3}">
      <dsp:nvSpPr>
        <dsp:cNvPr id="0" name=""/>
        <dsp:cNvSpPr/>
      </dsp:nvSpPr>
      <dsp:spPr>
        <a:xfrm>
          <a:off x="0" y="896954"/>
          <a:ext cx="11734799" cy="407745"/>
        </a:xfrm>
        <a:prstGeom prst="roundRect">
          <a:avLst/>
        </a:prstGeom>
        <a:solidFill>
          <a:schemeClr val="accent1">
            <a:shade val="80000"/>
            <a:hueOff val="76561"/>
            <a:satOff val="-1098"/>
            <a:lumOff val="640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a:t>What is a Digital Gold Wallet?</a:t>
          </a:r>
          <a:endParaRPr lang="en-US" sz="1700" kern="1200"/>
        </a:p>
      </dsp:txBody>
      <dsp:txXfrm>
        <a:off x="19904" y="916858"/>
        <a:ext cx="11694991" cy="367937"/>
      </dsp:txXfrm>
    </dsp:sp>
    <dsp:sp modelId="{B517C1BA-E9CB-452C-945F-99B172E3A66E}">
      <dsp:nvSpPr>
        <dsp:cNvPr id="0" name=""/>
        <dsp:cNvSpPr/>
      </dsp:nvSpPr>
      <dsp:spPr>
        <a:xfrm>
          <a:off x="0" y="1304699"/>
          <a:ext cx="11734799" cy="4486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72580"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en-US" sz="1300" kern="1200" dirty="0"/>
            <a:t>Explain the concept of a digital gold wallet as a secure and convenient way for customers to buy, sell, and hold gold in a digital, paperless form.</a:t>
          </a:r>
        </a:p>
        <a:p>
          <a:pPr marL="114300" lvl="1" indent="-114300" algn="l" defTabSz="577850">
            <a:lnSpc>
              <a:spcPct val="90000"/>
            </a:lnSpc>
            <a:spcBef>
              <a:spcPct val="0"/>
            </a:spcBef>
            <a:spcAft>
              <a:spcPct val="20000"/>
            </a:spcAft>
            <a:buChar char="•"/>
          </a:pPr>
          <a:r>
            <a:rPr lang="en-US" sz="1300" kern="1200" dirty="0"/>
            <a:t>Emphasize that it removes the need for physical storage, logistics, and security concerns associated with physical gold.</a:t>
          </a:r>
        </a:p>
      </dsp:txBody>
      <dsp:txXfrm>
        <a:off x="0" y="1304699"/>
        <a:ext cx="11734799" cy="448672"/>
      </dsp:txXfrm>
    </dsp:sp>
    <dsp:sp modelId="{0CB9B783-1F53-429D-8B0E-FDDCF12BA8A2}">
      <dsp:nvSpPr>
        <dsp:cNvPr id="0" name=""/>
        <dsp:cNvSpPr/>
      </dsp:nvSpPr>
      <dsp:spPr>
        <a:xfrm>
          <a:off x="0" y="1753372"/>
          <a:ext cx="11734799" cy="407745"/>
        </a:xfrm>
        <a:prstGeom prst="roundRect">
          <a:avLst/>
        </a:prstGeom>
        <a:solidFill>
          <a:schemeClr val="accent1">
            <a:shade val="80000"/>
            <a:hueOff val="153123"/>
            <a:satOff val="-2196"/>
            <a:lumOff val="1280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a:t>How Will It Be Used?</a:t>
          </a:r>
          <a:endParaRPr lang="en-US" sz="1700" kern="1200"/>
        </a:p>
      </dsp:txBody>
      <dsp:txXfrm>
        <a:off x="19904" y="1773276"/>
        <a:ext cx="11694991" cy="367937"/>
      </dsp:txXfrm>
    </dsp:sp>
    <dsp:sp modelId="{E790BC69-6EAA-469A-905F-0EC98EF2A035}">
      <dsp:nvSpPr>
        <dsp:cNvPr id="0" name=""/>
        <dsp:cNvSpPr/>
      </dsp:nvSpPr>
      <dsp:spPr>
        <a:xfrm>
          <a:off x="0" y="2161117"/>
          <a:ext cx="11734799" cy="8621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72580"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en-US" sz="1300" kern="1200" dirty="0"/>
            <a:t>Describe the product's function from the consumer's (business client's) perspective.</a:t>
          </a:r>
        </a:p>
        <a:p>
          <a:pPr marL="114300" lvl="1" indent="-114300" algn="l" defTabSz="577850">
            <a:lnSpc>
              <a:spcPct val="90000"/>
            </a:lnSpc>
            <a:spcBef>
              <a:spcPct val="0"/>
            </a:spcBef>
            <a:spcAft>
              <a:spcPct val="20000"/>
            </a:spcAft>
            <a:buChar char="•"/>
          </a:pPr>
          <a:r>
            <a:rPr lang="en-US" sz="1300" kern="1200" dirty="0"/>
            <a:t>Explain that the consumer will use the provided APIs to seamlessly integrate gold buying, selling, and management functionalities directly into their own digital channels for their end-users.</a:t>
          </a:r>
        </a:p>
        <a:p>
          <a:pPr marL="114300" lvl="1" indent="-114300" algn="l" defTabSz="577850">
            <a:lnSpc>
              <a:spcPct val="90000"/>
            </a:lnSpc>
            <a:spcBef>
              <a:spcPct val="0"/>
            </a:spcBef>
            <a:spcAft>
              <a:spcPct val="20000"/>
            </a:spcAft>
            <a:buChar char="•"/>
          </a:pPr>
          <a:r>
            <a:rPr lang="en-US" sz="1300" kern="1200" dirty="0"/>
            <a:t>Show how this enables their customers to have a dedicated digital account for their gold holdings.</a:t>
          </a:r>
        </a:p>
      </dsp:txBody>
      <dsp:txXfrm>
        <a:off x="0" y="2161117"/>
        <a:ext cx="11734799" cy="862155"/>
      </dsp:txXfrm>
    </dsp:sp>
    <dsp:sp modelId="{22431D77-6777-4445-ACDA-18B366205E67}">
      <dsp:nvSpPr>
        <dsp:cNvPr id="0" name=""/>
        <dsp:cNvSpPr/>
      </dsp:nvSpPr>
      <dsp:spPr>
        <a:xfrm>
          <a:off x="0" y="3023272"/>
          <a:ext cx="11734799" cy="407745"/>
        </a:xfrm>
        <a:prstGeom prst="roundRect">
          <a:avLst/>
        </a:prstGeom>
        <a:solidFill>
          <a:schemeClr val="accent1">
            <a:shade val="80000"/>
            <a:hueOff val="229684"/>
            <a:satOff val="-3294"/>
            <a:lumOff val="1921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a:t>How Will It Be Used?</a:t>
          </a:r>
          <a:endParaRPr lang="en-US" sz="1700" kern="1200"/>
        </a:p>
      </dsp:txBody>
      <dsp:txXfrm>
        <a:off x="19904" y="3043176"/>
        <a:ext cx="11694991" cy="367937"/>
      </dsp:txXfrm>
    </dsp:sp>
    <dsp:sp modelId="{ECA49D69-590F-4EE5-B37F-16AB37FCD983}">
      <dsp:nvSpPr>
        <dsp:cNvPr id="0" name=""/>
        <dsp:cNvSpPr/>
      </dsp:nvSpPr>
      <dsp:spPr>
        <a:xfrm>
          <a:off x="0" y="3431017"/>
          <a:ext cx="11734799" cy="8621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72580"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en-US" sz="1300" kern="1200" dirty="0"/>
            <a:t>Describe the product's function from the consumer's (business client's) perspective.</a:t>
          </a:r>
        </a:p>
        <a:p>
          <a:pPr marL="114300" lvl="1" indent="-114300" algn="l" defTabSz="577850">
            <a:lnSpc>
              <a:spcPct val="90000"/>
            </a:lnSpc>
            <a:spcBef>
              <a:spcPct val="0"/>
            </a:spcBef>
            <a:spcAft>
              <a:spcPct val="20000"/>
            </a:spcAft>
            <a:buChar char="•"/>
          </a:pPr>
          <a:r>
            <a:rPr lang="en-US" sz="1300" kern="1200" dirty="0"/>
            <a:t>Explain that the consumer will use the provided APIs to seamlessly integrate gold buying, selling, and management functionalities directly into their own digital channels for their end-users.</a:t>
          </a:r>
        </a:p>
        <a:p>
          <a:pPr marL="114300" lvl="1" indent="-114300" algn="l" defTabSz="577850">
            <a:lnSpc>
              <a:spcPct val="90000"/>
            </a:lnSpc>
            <a:spcBef>
              <a:spcPct val="0"/>
            </a:spcBef>
            <a:spcAft>
              <a:spcPct val="20000"/>
            </a:spcAft>
            <a:buChar char="•"/>
          </a:pPr>
          <a:r>
            <a:rPr lang="en-US" sz="1300" kern="1200" dirty="0"/>
            <a:t>Show how this enables their customers to have a dedicated digital account for their gold holdings.</a:t>
          </a:r>
        </a:p>
      </dsp:txBody>
      <dsp:txXfrm>
        <a:off x="0" y="3431017"/>
        <a:ext cx="11734799" cy="862155"/>
      </dsp:txXfrm>
    </dsp:sp>
    <dsp:sp modelId="{7A899F8A-C9F9-4E6A-AA1D-A8F911754C30}">
      <dsp:nvSpPr>
        <dsp:cNvPr id="0" name=""/>
        <dsp:cNvSpPr/>
      </dsp:nvSpPr>
      <dsp:spPr>
        <a:xfrm>
          <a:off x="0" y="4293172"/>
          <a:ext cx="11734799" cy="407745"/>
        </a:xfrm>
        <a:prstGeom prst="roundRect">
          <a:avLst/>
        </a:prstGeom>
        <a:solidFill>
          <a:schemeClr val="accent1">
            <a:shade val="80000"/>
            <a:hueOff val="306246"/>
            <a:satOff val="-4392"/>
            <a:lumOff val="256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a:t>Key Advantages of a Digital Gold Wallet</a:t>
          </a:r>
          <a:endParaRPr lang="en-US" sz="1700" kern="1200"/>
        </a:p>
      </dsp:txBody>
      <dsp:txXfrm>
        <a:off x="19904" y="4313076"/>
        <a:ext cx="11694991" cy="367937"/>
      </dsp:txXfrm>
    </dsp:sp>
    <dsp:sp modelId="{0F994D37-EF9B-4349-A82F-18E7A2D07B24}">
      <dsp:nvSpPr>
        <dsp:cNvPr id="0" name=""/>
        <dsp:cNvSpPr/>
      </dsp:nvSpPr>
      <dsp:spPr>
        <a:xfrm>
          <a:off x="0" y="4700917"/>
          <a:ext cx="11734799" cy="8973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72580"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en-US" sz="1300" kern="1200" dirty="0"/>
            <a:t>Convenience: Manage gold anytime, anywhere on a mobile or web app.</a:t>
          </a:r>
        </a:p>
        <a:p>
          <a:pPr marL="114300" lvl="1" indent="-114300" algn="l" defTabSz="577850">
            <a:lnSpc>
              <a:spcPct val="90000"/>
            </a:lnSpc>
            <a:spcBef>
              <a:spcPct val="0"/>
            </a:spcBef>
            <a:spcAft>
              <a:spcPct val="20000"/>
            </a:spcAft>
            <a:buChar char="•"/>
          </a:pPr>
          <a:r>
            <a:rPr lang="en-US" sz="1300" kern="1200" dirty="0"/>
            <a:t>Security: Gold is held securely for your customers, without the risks of physical ownership.</a:t>
          </a:r>
        </a:p>
        <a:p>
          <a:pPr marL="114300" lvl="1" indent="-114300" algn="l" defTabSz="577850">
            <a:lnSpc>
              <a:spcPct val="90000"/>
            </a:lnSpc>
            <a:spcBef>
              <a:spcPct val="0"/>
            </a:spcBef>
            <a:spcAft>
              <a:spcPct val="20000"/>
            </a:spcAft>
            <a:buChar char="•"/>
          </a:pPr>
          <a:r>
            <a:rPr lang="en-US" sz="1300" kern="1200" dirty="0"/>
            <a:t>Accessibility: Buy and sell gold in small, affordable amounts.</a:t>
          </a:r>
        </a:p>
        <a:p>
          <a:pPr marL="114300" lvl="1" indent="-114300" algn="l" defTabSz="577850">
            <a:lnSpc>
              <a:spcPct val="90000"/>
            </a:lnSpc>
            <a:spcBef>
              <a:spcPct val="0"/>
            </a:spcBef>
            <a:spcAft>
              <a:spcPct val="20000"/>
            </a:spcAft>
            <a:buChar char="•"/>
          </a:pPr>
          <a:r>
            <a:rPr lang="en-US" sz="1300" kern="1200" dirty="0"/>
            <a:t>Investment: Easily investment portfolios with gold.</a:t>
          </a:r>
        </a:p>
      </dsp:txBody>
      <dsp:txXfrm>
        <a:off x="0" y="4700917"/>
        <a:ext cx="11734799" cy="89734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C73E92-29D5-49E7-84B5-DC3086A23E49}">
      <dsp:nvSpPr>
        <dsp:cNvPr id="0" name=""/>
        <dsp:cNvSpPr/>
      </dsp:nvSpPr>
      <dsp:spPr>
        <a:xfrm>
          <a:off x="0" y="20038"/>
          <a:ext cx="11582400" cy="479700"/>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0" i="0" kern="1200"/>
            <a:t>Subscription Capabilities:</a:t>
          </a:r>
          <a:endParaRPr lang="en-US" sz="2000" kern="1200"/>
        </a:p>
      </dsp:txBody>
      <dsp:txXfrm>
        <a:off x="23417" y="43455"/>
        <a:ext cx="11535566" cy="432866"/>
      </dsp:txXfrm>
    </dsp:sp>
    <dsp:sp modelId="{324802A5-505E-4E1D-AE38-B66B7EF8109C}">
      <dsp:nvSpPr>
        <dsp:cNvPr id="0" name=""/>
        <dsp:cNvSpPr/>
      </dsp:nvSpPr>
      <dsp:spPr>
        <a:xfrm>
          <a:off x="0" y="499738"/>
          <a:ext cx="11582400" cy="10971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7741" tIns="25400" rIns="142240" bIns="25400" numCol="1" spcCol="1270" anchor="t" anchorCtr="0">
          <a:noAutofit/>
        </a:bodyPr>
        <a:lstStyle/>
        <a:p>
          <a:pPr marL="171450" lvl="1" indent="-171450" algn="l" defTabSz="711200">
            <a:lnSpc>
              <a:spcPct val="90000"/>
            </a:lnSpc>
            <a:spcBef>
              <a:spcPct val="0"/>
            </a:spcBef>
            <a:spcAft>
              <a:spcPct val="20000"/>
            </a:spcAft>
            <a:buChar char="•"/>
          </a:pPr>
          <a:r>
            <a:rPr lang="en-US" sz="1600" b="0" i="0" kern="1200" dirty="0"/>
            <a:t>Access to a complete and UpToDate catalogue of available bullions with relevant attributes.</a:t>
          </a:r>
          <a:endParaRPr lang="en-US" sz="1600" kern="1200" dirty="0"/>
        </a:p>
        <a:p>
          <a:pPr marL="171450" lvl="1" indent="-171450" algn="l" defTabSz="711200">
            <a:lnSpc>
              <a:spcPct val="90000"/>
            </a:lnSpc>
            <a:spcBef>
              <a:spcPct val="0"/>
            </a:spcBef>
            <a:spcAft>
              <a:spcPct val="20000"/>
            </a:spcAft>
            <a:buChar char="•"/>
          </a:pPr>
          <a:r>
            <a:rPr lang="en-US" sz="1600" b="0" i="0" kern="1200" dirty="0"/>
            <a:t>Automated eligibility and suitability checks before allowing a gold purchase.</a:t>
          </a:r>
          <a:endParaRPr lang="en-US" sz="1600" kern="1200" dirty="0"/>
        </a:p>
        <a:p>
          <a:pPr marL="171450" lvl="1" indent="-171450" algn="l" defTabSz="711200">
            <a:lnSpc>
              <a:spcPct val="90000"/>
            </a:lnSpc>
            <a:spcBef>
              <a:spcPct val="0"/>
            </a:spcBef>
            <a:spcAft>
              <a:spcPct val="20000"/>
            </a:spcAft>
            <a:buChar char="•"/>
          </a:pPr>
          <a:r>
            <a:rPr lang="en-US" sz="1600" b="0" i="0" kern="1200" dirty="0"/>
            <a:t>Flexible investment amounts based on the bullion's minimum and maximum thresholds.</a:t>
          </a:r>
          <a:endParaRPr lang="en-US" sz="1600" kern="1200" dirty="0"/>
        </a:p>
        <a:p>
          <a:pPr marL="171450" lvl="1" indent="-171450" algn="l" defTabSz="711200">
            <a:lnSpc>
              <a:spcPct val="90000"/>
            </a:lnSpc>
            <a:spcBef>
              <a:spcPct val="0"/>
            </a:spcBef>
            <a:spcAft>
              <a:spcPct val="20000"/>
            </a:spcAft>
            <a:buChar char="•"/>
          </a:pPr>
          <a:r>
            <a:rPr lang="en-US" sz="1600" b="0" i="0" kern="1200" dirty="0"/>
            <a:t>Immediate confirmation of successful subscriptions with unique transaction IDs.</a:t>
          </a:r>
          <a:endParaRPr lang="en-US" sz="1600" kern="1200" dirty="0"/>
        </a:p>
      </dsp:txBody>
      <dsp:txXfrm>
        <a:off x="0" y="499738"/>
        <a:ext cx="11582400" cy="1097100"/>
      </dsp:txXfrm>
    </dsp:sp>
    <dsp:sp modelId="{547B3251-6645-4539-9262-3228B3390EFA}">
      <dsp:nvSpPr>
        <dsp:cNvPr id="0" name=""/>
        <dsp:cNvSpPr/>
      </dsp:nvSpPr>
      <dsp:spPr>
        <a:xfrm>
          <a:off x="0" y="1596839"/>
          <a:ext cx="11582400" cy="479700"/>
        </a:xfrm>
        <a:prstGeom prst="roundRect">
          <a:avLst/>
        </a:prstGeom>
        <a:solidFill>
          <a:schemeClr val="accent4">
            <a:hueOff val="-1488257"/>
            <a:satOff val="8966"/>
            <a:lumOff val="71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0" i="0" kern="1200" dirty="0"/>
            <a:t>Redemption Capabilities:</a:t>
          </a:r>
          <a:endParaRPr lang="en-US" sz="2000" kern="1200" dirty="0"/>
        </a:p>
      </dsp:txBody>
      <dsp:txXfrm>
        <a:off x="23417" y="1620256"/>
        <a:ext cx="11535566" cy="432866"/>
      </dsp:txXfrm>
    </dsp:sp>
    <dsp:sp modelId="{CF3E3CF9-8C64-4FAA-8EF4-0E8DD2D0E405}">
      <dsp:nvSpPr>
        <dsp:cNvPr id="0" name=""/>
        <dsp:cNvSpPr/>
      </dsp:nvSpPr>
      <dsp:spPr>
        <a:xfrm>
          <a:off x="0" y="2076539"/>
          <a:ext cx="11582400" cy="82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7741" tIns="25400" rIns="142240" bIns="25400" numCol="1" spcCol="1270" anchor="t" anchorCtr="0">
          <a:noAutofit/>
        </a:bodyPr>
        <a:lstStyle/>
        <a:p>
          <a:pPr marL="171450" lvl="1" indent="-171450" algn="l" defTabSz="711200">
            <a:lnSpc>
              <a:spcPct val="90000"/>
            </a:lnSpc>
            <a:spcBef>
              <a:spcPct val="0"/>
            </a:spcBef>
            <a:spcAft>
              <a:spcPct val="20000"/>
            </a:spcAft>
            <a:buChar char="•"/>
          </a:pPr>
          <a:r>
            <a:rPr lang="en-US" sz="1600" b="0" i="0" kern="1200" dirty="0"/>
            <a:t>Ability to request a partial or full withdrawal from owned gold holdings.</a:t>
          </a:r>
          <a:endParaRPr lang="en-US" sz="1600" kern="1200" dirty="0"/>
        </a:p>
        <a:p>
          <a:pPr marL="171450" lvl="1" indent="-171450" algn="l" defTabSz="711200">
            <a:lnSpc>
              <a:spcPct val="90000"/>
            </a:lnSpc>
            <a:spcBef>
              <a:spcPct val="0"/>
            </a:spcBef>
            <a:spcAft>
              <a:spcPct val="20000"/>
            </a:spcAft>
            <a:buChar char="•"/>
          </a:pPr>
          <a:r>
            <a:rPr lang="en-US" sz="1600" b="0" i="0" kern="1200" dirty="0"/>
            <a:t>Handling of settlement timelines according to the product's operational rules.</a:t>
          </a:r>
          <a:endParaRPr lang="en-US" sz="1600" kern="1200" dirty="0"/>
        </a:p>
        <a:p>
          <a:pPr marL="171450" lvl="1" indent="-171450" algn="l" defTabSz="711200">
            <a:lnSpc>
              <a:spcPct val="90000"/>
            </a:lnSpc>
            <a:spcBef>
              <a:spcPct val="0"/>
            </a:spcBef>
            <a:spcAft>
              <a:spcPct val="20000"/>
            </a:spcAft>
            <a:buChar char="•"/>
          </a:pPr>
          <a:r>
            <a:rPr lang="en-US" sz="1600" b="0" i="0" kern="1200" dirty="0"/>
            <a:t>Status tracking from request initiation to completion.</a:t>
          </a:r>
          <a:endParaRPr lang="en-US" sz="1600" kern="1200" dirty="0"/>
        </a:p>
      </dsp:txBody>
      <dsp:txXfrm>
        <a:off x="0" y="2076539"/>
        <a:ext cx="11582400" cy="828000"/>
      </dsp:txXfrm>
    </dsp:sp>
    <dsp:sp modelId="{BF4170E2-3CAB-44E2-8DFC-296F51C923C1}">
      <dsp:nvSpPr>
        <dsp:cNvPr id="0" name=""/>
        <dsp:cNvSpPr/>
      </dsp:nvSpPr>
      <dsp:spPr>
        <a:xfrm>
          <a:off x="0" y="2904539"/>
          <a:ext cx="11582400" cy="479700"/>
        </a:xfrm>
        <a:prstGeom prst="roundRect">
          <a:avLst/>
        </a:prstGeom>
        <a:solidFill>
          <a:schemeClr val="accent4">
            <a:hueOff val="-2976513"/>
            <a:satOff val="17933"/>
            <a:lumOff val="143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0" i="0" kern="1200"/>
            <a:t>Portfolio Management:</a:t>
          </a:r>
          <a:endParaRPr lang="en-US" sz="2000" kern="1200"/>
        </a:p>
      </dsp:txBody>
      <dsp:txXfrm>
        <a:off x="23417" y="2927956"/>
        <a:ext cx="11535566" cy="432866"/>
      </dsp:txXfrm>
    </dsp:sp>
    <dsp:sp modelId="{283E5283-AFA6-4498-93CC-3CBCBD6557FB}">
      <dsp:nvSpPr>
        <dsp:cNvPr id="0" name=""/>
        <dsp:cNvSpPr/>
      </dsp:nvSpPr>
      <dsp:spPr>
        <a:xfrm>
          <a:off x="0" y="3384239"/>
          <a:ext cx="11582400" cy="82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7741" tIns="25400" rIns="142240" bIns="25400" numCol="1" spcCol="1270" anchor="t" anchorCtr="0">
          <a:noAutofit/>
        </a:bodyPr>
        <a:lstStyle/>
        <a:p>
          <a:pPr marL="171450" lvl="1" indent="-171450" algn="l" defTabSz="711200">
            <a:lnSpc>
              <a:spcPct val="90000"/>
            </a:lnSpc>
            <a:spcBef>
              <a:spcPct val="0"/>
            </a:spcBef>
            <a:spcAft>
              <a:spcPct val="20000"/>
            </a:spcAft>
            <a:buChar char="•"/>
          </a:pPr>
          <a:r>
            <a:rPr lang="en-US" sz="1600" b="0" i="0" kern="1200" dirty="0"/>
            <a:t>Consolidated view of all customer holdings across multiple wallets.</a:t>
          </a:r>
          <a:endParaRPr lang="en-US" sz="1600" kern="1200" dirty="0"/>
        </a:p>
        <a:p>
          <a:pPr marL="171450" lvl="1" indent="-171450" algn="l" defTabSz="711200">
            <a:lnSpc>
              <a:spcPct val="90000"/>
            </a:lnSpc>
            <a:spcBef>
              <a:spcPct val="0"/>
            </a:spcBef>
            <a:spcAft>
              <a:spcPct val="20000"/>
            </a:spcAft>
            <a:buChar char="•"/>
          </a:pPr>
          <a:r>
            <a:rPr lang="en-US" sz="1600" b="0" i="0" kern="1200" dirty="0"/>
            <a:t>Real-time updates of gold quantities, valuations, and asset composition.</a:t>
          </a:r>
          <a:endParaRPr lang="en-US" sz="1600" kern="1200" dirty="0"/>
        </a:p>
        <a:p>
          <a:pPr marL="171450" lvl="1" indent="-171450" algn="l" defTabSz="711200">
            <a:lnSpc>
              <a:spcPct val="90000"/>
            </a:lnSpc>
            <a:spcBef>
              <a:spcPct val="0"/>
            </a:spcBef>
            <a:spcAft>
              <a:spcPct val="20000"/>
            </a:spcAft>
            <a:buChar char="•"/>
          </a:pPr>
          <a:r>
            <a:rPr lang="en-US" sz="1600" b="0" i="0" kern="1200" dirty="0"/>
            <a:t>Exportable reports for compliance and record-keeping.</a:t>
          </a:r>
          <a:endParaRPr lang="en-US" sz="1600" kern="1200" dirty="0"/>
        </a:p>
      </dsp:txBody>
      <dsp:txXfrm>
        <a:off x="0" y="3384239"/>
        <a:ext cx="11582400" cy="828000"/>
      </dsp:txXfrm>
    </dsp:sp>
    <dsp:sp modelId="{2D5B8B4E-9482-4A36-97E3-DB0ACAFDA1C0}">
      <dsp:nvSpPr>
        <dsp:cNvPr id="0" name=""/>
        <dsp:cNvSpPr/>
      </dsp:nvSpPr>
      <dsp:spPr>
        <a:xfrm>
          <a:off x="0" y="4212239"/>
          <a:ext cx="11582400" cy="479700"/>
        </a:xfrm>
        <a:prstGeom prst="roundRect">
          <a:avLst/>
        </a:prstGeom>
        <a:solidFill>
          <a:schemeClr val="accent4">
            <a:hueOff val="-4464770"/>
            <a:satOff val="26899"/>
            <a:lumOff val="215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0" i="0" kern="1200"/>
            <a:t>Reporting &amp; Notifications:</a:t>
          </a:r>
          <a:endParaRPr lang="en-US" sz="2000" kern="1200"/>
        </a:p>
      </dsp:txBody>
      <dsp:txXfrm>
        <a:off x="23417" y="4235656"/>
        <a:ext cx="11535566" cy="432866"/>
      </dsp:txXfrm>
    </dsp:sp>
    <dsp:sp modelId="{1B45386B-9933-4EAC-910B-1268D63D4195}">
      <dsp:nvSpPr>
        <dsp:cNvPr id="0" name=""/>
        <dsp:cNvSpPr/>
      </dsp:nvSpPr>
      <dsp:spPr>
        <a:xfrm>
          <a:off x="0" y="4691939"/>
          <a:ext cx="11582400" cy="82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7741" tIns="25400" rIns="142240" bIns="25400" numCol="1" spcCol="1270" anchor="t" anchorCtr="0">
          <a:noAutofit/>
        </a:bodyPr>
        <a:lstStyle/>
        <a:p>
          <a:pPr marL="171450" lvl="1" indent="-171450" algn="l" defTabSz="711200">
            <a:lnSpc>
              <a:spcPct val="90000"/>
            </a:lnSpc>
            <a:spcBef>
              <a:spcPct val="0"/>
            </a:spcBef>
            <a:spcAft>
              <a:spcPct val="20000"/>
            </a:spcAft>
            <a:buChar char="•"/>
          </a:pPr>
          <a:r>
            <a:rPr lang="en-US" sz="1600" b="0" i="0" kern="1200" dirty="0"/>
            <a:t>Transaction summaries for subscriptions and redemptions.</a:t>
          </a:r>
          <a:endParaRPr lang="en-US" sz="1600" kern="1200" dirty="0"/>
        </a:p>
        <a:p>
          <a:pPr marL="171450" lvl="1" indent="-171450" algn="l" defTabSz="711200">
            <a:lnSpc>
              <a:spcPct val="90000"/>
            </a:lnSpc>
            <a:spcBef>
              <a:spcPct val="0"/>
            </a:spcBef>
            <a:spcAft>
              <a:spcPct val="20000"/>
            </a:spcAft>
            <a:buChar char="•"/>
          </a:pPr>
          <a:r>
            <a:rPr lang="en-US" sz="1600" b="0" i="0" kern="1200" dirty="0"/>
            <a:t>Periodic performance statements for each customer portfolio.</a:t>
          </a:r>
          <a:endParaRPr lang="en-US" sz="1600" kern="1200" dirty="0"/>
        </a:p>
        <a:p>
          <a:pPr marL="171450" lvl="1" indent="-171450" algn="l" defTabSz="711200">
            <a:lnSpc>
              <a:spcPct val="90000"/>
            </a:lnSpc>
            <a:spcBef>
              <a:spcPct val="0"/>
            </a:spcBef>
            <a:spcAft>
              <a:spcPct val="20000"/>
            </a:spcAft>
            <a:buChar char="•"/>
          </a:pPr>
          <a:r>
            <a:rPr lang="en-US" sz="1600" b="0" i="0" kern="1200" dirty="0"/>
            <a:t>Alerts for key events such as rate changes, dividend distributions, or product suspensions.</a:t>
          </a:r>
          <a:endParaRPr lang="en-US" sz="1600" kern="1200" dirty="0"/>
        </a:p>
      </dsp:txBody>
      <dsp:txXfrm>
        <a:off x="0" y="4691939"/>
        <a:ext cx="11582400" cy="828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DB229D-8CB5-4910-86D5-F0ABA962E774}">
      <dsp:nvSpPr>
        <dsp:cNvPr id="0" name=""/>
        <dsp:cNvSpPr/>
      </dsp:nvSpPr>
      <dsp:spPr>
        <a:xfrm>
          <a:off x="5902" y="1752602"/>
          <a:ext cx="2240980" cy="1142995"/>
        </a:xfrm>
        <a:prstGeom prst="roundRect">
          <a:avLst>
            <a:gd name="adj" fmla="val 10000"/>
          </a:avLst>
        </a:prstGeom>
        <a:solidFill>
          <a:schemeClr val="accent1">
            <a:alpha val="90000"/>
            <a:tint val="40000"/>
            <a:hueOff val="0"/>
            <a:satOff val="0"/>
            <a:lumOff val="0"/>
            <a:alphaOff val="0"/>
          </a:schemeClr>
        </a:soli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123825" tIns="123825" rIns="123825" bIns="123825" numCol="1" spcCol="1270" anchor="t" anchorCtr="0">
          <a:noAutofit/>
        </a:bodyPr>
        <a:lstStyle/>
        <a:p>
          <a:pPr marL="114300" lvl="1" indent="-114300" algn="l" defTabSz="533400">
            <a:lnSpc>
              <a:spcPct val="90000"/>
            </a:lnSpc>
            <a:spcBef>
              <a:spcPct val="0"/>
            </a:spcBef>
            <a:spcAft>
              <a:spcPct val="15000"/>
            </a:spcAft>
            <a:buChar char="•"/>
          </a:pPr>
          <a:r>
            <a:rPr lang="en-US" sz="1200" kern="1200" dirty="0"/>
            <a:t>View wallet balance
Request buy/sell gold
Receive confirmation</a:t>
          </a:r>
        </a:p>
      </dsp:txBody>
      <dsp:txXfrm>
        <a:off x="32205" y="1778905"/>
        <a:ext cx="2188374" cy="845461"/>
      </dsp:txXfrm>
    </dsp:sp>
    <dsp:sp modelId="{1B5CF213-F763-4CAF-8D87-6356DAAADA64}">
      <dsp:nvSpPr>
        <dsp:cNvPr id="0" name=""/>
        <dsp:cNvSpPr/>
      </dsp:nvSpPr>
      <dsp:spPr>
        <a:xfrm>
          <a:off x="1237395" y="1741507"/>
          <a:ext cx="2614992" cy="2614992"/>
        </a:xfrm>
        <a:prstGeom prst="leftCircularArrow">
          <a:avLst>
            <a:gd name="adj1" fmla="val 3700"/>
            <a:gd name="adj2" fmla="val 461240"/>
            <a:gd name="adj3" fmla="val 2232049"/>
            <a:gd name="adj4" fmla="val 9019787"/>
            <a:gd name="adj5" fmla="val 4316"/>
          </a:avLst>
        </a:prstGeom>
        <a:gradFill rotWithShape="0">
          <a:gsLst>
            <a:gs pos="0">
              <a:schemeClr val="accent1">
                <a:tint val="60000"/>
                <a:hueOff val="0"/>
                <a:satOff val="0"/>
                <a:lumOff val="0"/>
                <a:alphaOff val="0"/>
                <a:shade val="51000"/>
                <a:satMod val="130000"/>
              </a:schemeClr>
            </a:gs>
            <a:gs pos="80000">
              <a:schemeClr val="accent1">
                <a:tint val="60000"/>
                <a:hueOff val="0"/>
                <a:satOff val="0"/>
                <a:lumOff val="0"/>
                <a:alphaOff val="0"/>
                <a:shade val="93000"/>
                <a:satMod val="130000"/>
              </a:schemeClr>
            </a:gs>
            <a:gs pos="100000">
              <a:schemeClr val="accent1">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sp>
    <dsp:sp modelId="{DFCAD03F-A343-49E7-922C-6F269404B7C1}">
      <dsp:nvSpPr>
        <dsp:cNvPr id="0" name=""/>
        <dsp:cNvSpPr/>
      </dsp:nvSpPr>
      <dsp:spPr>
        <a:xfrm>
          <a:off x="503897" y="2852197"/>
          <a:ext cx="1991982" cy="792145"/>
        </a:xfrm>
        <a:prstGeom prst="roundRect">
          <a:avLst>
            <a:gd name="adj" fmla="val 10000"/>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28575" tIns="19050" rIns="28575" bIns="19050" numCol="1" spcCol="1270" anchor="ctr" anchorCtr="0">
          <a:noAutofit/>
        </a:bodyPr>
        <a:lstStyle/>
        <a:p>
          <a:pPr marL="0" lvl="0" indent="0" algn="ctr" defTabSz="666750">
            <a:lnSpc>
              <a:spcPct val="90000"/>
            </a:lnSpc>
            <a:spcBef>
              <a:spcPct val="0"/>
            </a:spcBef>
            <a:spcAft>
              <a:spcPct val="35000"/>
            </a:spcAft>
            <a:buNone/>
          </a:pPr>
          <a:r>
            <a:rPr lang="en-US" sz="1500" b="1" u="none" kern="1200" dirty="0"/>
            <a:t>Customer</a:t>
          </a:r>
          <a:r>
            <a:rPr lang="en-US" sz="1000" kern="1200" dirty="0"/>
            <a:t> </a:t>
          </a:r>
        </a:p>
      </dsp:txBody>
      <dsp:txXfrm>
        <a:off x="527098" y="2875398"/>
        <a:ext cx="1945580" cy="745743"/>
      </dsp:txXfrm>
    </dsp:sp>
    <dsp:sp modelId="{58732316-E86C-4919-A3D1-39405FB51A9B}">
      <dsp:nvSpPr>
        <dsp:cNvPr id="0" name=""/>
        <dsp:cNvSpPr/>
      </dsp:nvSpPr>
      <dsp:spPr>
        <a:xfrm>
          <a:off x="2956574" y="1600197"/>
          <a:ext cx="2240980" cy="1447805"/>
        </a:xfrm>
        <a:prstGeom prst="roundRect">
          <a:avLst>
            <a:gd name="adj" fmla="val 10000"/>
          </a:avLst>
        </a:prstGeom>
        <a:solidFill>
          <a:schemeClr val="accent1">
            <a:alpha val="90000"/>
            <a:tint val="40000"/>
            <a:hueOff val="0"/>
            <a:satOff val="0"/>
            <a:lumOff val="0"/>
            <a:alphaOff val="0"/>
          </a:schemeClr>
        </a:soli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123825" tIns="123825" rIns="123825" bIns="123825" numCol="1" spcCol="1270" anchor="t" anchorCtr="0">
          <a:noAutofit/>
        </a:bodyPr>
        <a:lstStyle/>
        <a:p>
          <a:pPr marL="114300" lvl="1" indent="-114300" algn="l" defTabSz="533400">
            <a:lnSpc>
              <a:spcPct val="90000"/>
            </a:lnSpc>
            <a:spcBef>
              <a:spcPct val="0"/>
            </a:spcBef>
            <a:spcAft>
              <a:spcPct val="15000"/>
            </a:spcAft>
            <a:buChar char="•"/>
          </a:pPr>
          <a:r>
            <a:rPr lang="en-US" sz="1200" kern="1200" dirty="0"/>
            <a:t>Capture customer request
Send to API Marketplace
Display updated balance</a:t>
          </a:r>
        </a:p>
      </dsp:txBody>
      <dsp:txXfrm>
        <a:off x="2989892" y="1943759"/>
        <a:ext cx="2174344" cy="1070925"/>
      </dsp:txXfrm>
    </dsp:sp>
    <dsp:sp modelId="{4B44F31B-9B40-451C-9398-7CC5095E47E0}">
      <dsp:nvSpPr>
        <dsp:cNvPr id="0" name=""/>
        <dsp:cNvSpPr/>
      </dsp:nvSpPr>
      <dsp:spPr>
        <a:xfrm>
          <a:off x="4168151" y="221399"/>
          <a:ext cx="2901350" cy="2901350"/>
        </a:xfrm>
        <a:prstGeom prst="circularArrow">
          <a:avLst>
            <a:gd name="adj1" fmla="val 3335"/>
            <a:gd name="adj2" fmla="val 412109"/>
            <a:gd name="adj3" fmla="val 19422977"/>
            <a:gd name="adj4" fmla="val 12586108"/>
            <a:gd name="adj5" fmla="val 3890"/>
          </a:avLst>
        </a:prstGeom>
        <a:gradFill rotWithShape="0">
          <a:gsLst>
            <a:gs pos="0">
              <a:schemeClr val="accent1">
                <a:tint val="60000"/>
                <a:hueOff val="0"/>
                <a:satOff val="0"/>
                <a:lumOff val="0"/>
                <a:alphaOff val="0"/>
                <a:shade val="51000"/>
                <a:satMod val="130000"/>
              </a:schemeClr>
            </a:gs>
            <a:gs pos="80000">
              <a:schemeClr val="accent1">
                <a:tint val="60000"/>
                <a:hueOff val="0"/>
                <a:satOff val="0"/>
                <a:lumOff val="0"/>
                <a:alphaOff val="0"/>
                <a:shade val="93000"/>
                <a:satMod val="130000"/>
              </a:schemeClr>
            </a:gs>
            <a:gs pos="100000">
              <a:schemeClr val="accent1">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sp>
    <dsp:sp modelId="{85AFFB40-61C4-432F-9BC6-2D4B9BC4052F}">
      <dsp:nvSpPr>
        <dsp:cNvPr id="0" name=""/>
        <dsp:cNvSpPr/>
      </dsp:nvSpPr>
      <dsp:spPr>
        <a:xfrm>
          <a:off x="3454570" y="1003856"/>
          <a:ext cx="1991982" cy="792145"/>
        </a:xfrm>
        <a:prstGeom prst="roundRect">
          <a:avLst>
            <a:gd name="adj" fmla="val 10000"/>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28575" tIns="19050" rIns="28575" bIns="19050" numCol="1" spcCol="1270" anchor="ctr" anchorCtr="0">
          <a:noAutofit/>
        </a:bodyPr>
        <a:lstStyle/>
        <a:p>
          <a:pPr marL="0" lvl="0" indent="0" algn="ctr" defTabSz="666750">
            <a:lnSpc>
              <a:spcPct val="90000"/>
            </a:lnSpc>
            <a:spcBef>
              <a:spcPct val="0"/>
            </a:spcBef>
            <a:spcAft>
              <a:spcPct val="35000"/>
            </a:spcAft>
            <a:buNone/>
          </a:pPr>
          <a:r>
            <a:rPr lang="en-US" sz="1500" b="1" u="none" kern="1200" dirty="0"/>
            <a:t>Consumer</a:t>
          </a:r>
          <a:r>
            <a:rPr lang="en-US" sz="900" b="1" u="sng" kern="1200" dirty="0"/>
            <a:t> </a:t>
          </a:r>
        </a:p>
      </dsp:txBody>
      <dsp:txXfrm>
        <a:off x="3477771" y="1027057"/>
        <a:ext cx="1945580" cy="745743"/>
      </dsp:txXfrm>
    </dsp:sp>
    <dsp:sp modelId="{6A7B8406-8E51-401A-9C39-14794B6173C5}">
      <dsp:nvSpPr>
        <dsp:cNvPr id="0" name=""/>
        <dsp:cNvSpPr/>
      </dsp:nvSpPr>
      <dsp:spPr>
        <a:xfrm>
          <a:off x="5907246" y="1904998"/>
          <a:ext cx="2240980" cy="838203"/>
        </a:xfrm>
        <a:prstGeom prst="roundRect">
          <a:avLst>
            <a:gd name="adj" fmla="val 10000"/>
          </a:avLst>
        </a:prstGeom>
        <a:solidFill>
          <a:schemeClr val="accent1">
            <a:alpha val="90000"/>
            <a:tint val="40000"/>
            <a:hueOff val="0"/>
            <a:satOff val="0"/>
            <a:lumOff val="0"/>
            <a:alphaOff val="0"/>
          </a:schemeClr>
        </a:soli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123825" tIns="123825" rIns="123825" bIns="123825" numCol="1" spcCol="1270" anchor="t" anchorCtr="0">
          <a:noAutofit/>
        </a:bodyPr>
        <a:lstStyle/>
        <a:p>
          <a:pPr marL="114300" lvl="1" indent="-114300" algn="l" defTabSz="533400">
            <a:lnSpc>
              <a:spcPct val="90000"/>
            </a:lnSpc>
            <a:spcBef>
              <a:spcPct val="0"/>
            </a:spcBef>
            <a:spcAft>
              <a:spcPct val="15000"/>
            </a:spcAft>
            <a:buSzPct val="130000"/>
            <a:buFont typeface="Arial" panose="020B0604020202020204" pitchFamily="34" charset="0"/>
            <a:buChar char="•"/>
          </a:pPr>
          <a:r>
            <a:rPr lang="en-US" sz="1200" kern="1200" dirty="0"/>
            <a:t>Validate request</a:t>
          </a:r>
        </a:p>
        <a:p>
          <a:pPr marL="114300" lvl="1" indent="-114300" algn="l" defTabSz="533400">
            <a:lnSpc>
              <a:spcPct val="90000"/>
            </a:lnSpc>
            <a:spcBef>
              <a:spcPct val="0"/>
            </a:spcBef>
            <a:spcAft>
              <a:spcPct val="15000"/>
            </a:spcAft>
            <a:buSzPct val="130000"/>
            <a:buFont typeface="Arial" panose="020B0604020202020204" pitchFamily="34" charset="0"/>
            <a:buChar char="•"/>
          </a:pPr>
          <a:r>
            <a:rPr lang="en-US" sz="1200" kern="1200" dirty="0"/>
            <a:t>Apply security controls</a:t>
          </a:r>
        </a:p>
        <a:p>
          <a:pPr marL="114300" lvl="1" indent="-114300" algn="l" defTabSz="533400">
            <a:lnSpc>
              <a:spcPct val="90000"/>
            </a:lnSpc>
            <a:spcBef>
              <a:spcPct val="0"/>
            </a:spcBef>
            <a:spcAft>
              <a:spcPct val="15000"/>
            </a:spcAft>
            <a:buSzPct val="130000"/>
            <a:buFont typeface="Arial" panose="020B0604020202020204" pitchFamily="34" charset="0"/>
            <a:buChar char="•"/>
          </a:pPr>
          <a:r>
            <a:rPr lang="en-US" sz="1200" kern="1200" dirty="0"/>
            <a:t>Route to Provider</a:t>
          </a:r>
        </a:p>
      </dsp:txBody>
      <dsp:txXfrm>
        <a:off x="5926535" y="1924287"/>
        <a:ext cx="2202402" cy="620010"/>
      </dsp:txXfrm>
    </dsp:sp>
    <dsp:sp modelId="{7AA4A6A8-6971-4F33-9A46-6AE3E0E25219}">
      <dsp:nvSpPr>
        <dsp:cNvPr id="0" name=""/>
        <dsp:cNvSpPr/>
      </dsp:nvSpPr>
      <dsp:spPr>
        <a:xfrm>
          <a:off x="7039740" y="1582007"/>
          <a:ext cx="2754294" cy="2754294"/>
        </a:xfrm>
        <a:prstGeom prst="leftCircularArrow">
          <a:avLst>
            <a:gd name="adj1" fmla="val 3513"/>
            <a:gd name="adj2" fmla="val 435956"/>
            <a:gd name="adj3" fmla="val 2371347"/>
            <a:gd name="adj4" fmla="val 9184369"/>
            <a:gd name="adj5" fmla="val 4098"/>
          </a:avLst>
        </a:prstGeom>
        <a:gradFill rotWithShape="0">
          <a:gsLst>
            <a:gs pos="0">
              <a:schemeClr val="accent1">
                <a:tint val="60000"/>
                <a:hueOff val="0"/>
                <a:satOff val="0"/>
                <a:lumOff val="0"/>
                <a:alphaOff val="0"/>
                <a:shade val="51000"/>
                <a:satMod val="130000"/>
              </a:schemeClr>
            </a:gs>
            <a:gs pos="80000">
              <a:schemeClr val="accent1">
                <a:tint val="60000"/>
                <a:hueOff val="0"/>
                <a:satOff val="0"/>
                <a:lumOff val="0"/>
                <a:alphaOff val="0"/>
                <a:shade val="93000"/>
                <a:satMod val="130000"/>
              </a:schemeClr>
            </a:gs>
            <a:gs pos="100000">
              <a:schemeClr val="accent1">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sp>
    <dsp:sp modelId="{B889FA8F-4782-48D9-AAE9-97F084AAF026}">
      <dsp:nvSpPr>
        <dsp:cNvPr id="0" name=""/>
        <dsp:cNvSpPr/>
      </dsp:nvSpPr>
      <dsp:spPr>
        <a:xfrm>
          <a:off x="6286500" y="2743197"/>
          <a:ext cx="1991982" cy="792145"/>
        </a:xfrm>
        <a:prstGeom prst="roundRect">
          <a:avLst>
            <a:gd name="adj" fmla="val 10000"/>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28575" tIns="19050" rIns="28575" bIns="19050" numCol="1" spcCol="1270" anchor="ctr" anchorCtr="0">
          <a:noAutofit/>
        </a:bodyPr>
        <a:lstStyle/>
        <a:p>
          <a:pPr marL="0" lvl="0" indent="0" algn="ctr" defTabSz="666750">
            <a:lnSpc>
              <a:spcPct val="90000"/>
            </a:lnSpc>
            <a:spcBef>
              <a:spcPct val="0"/>
            </a:spcBef>
            <a:spcAft>
              <a:spcPct val="35000"/>
            </a:spcAft>
            <a:buNone/>
          </a:pPr>
          <a:r>
            <a:rPr lang="en-US" sz="1500" b="1" kern="1200" dirty="0"/>
            <a:t>Marketplace</a:t>
          </a:r>
        </a:p>
      </dsp:txBody>
      <dsp:txXfrm>
        <a:off x="6309701" y="2766398"/>
        <a:ext cx="1945580" cy="745743"/>
      </dsp:txXfrm>
    </dsp:sp>
    <dsp:sp modelId="{2C6722D7-5416-4B20-948B-DA8E7A98F798}">
      <dsp:nvSpPr>
        <dsp:cNvPr id="0" name=""/>
        <dsp:cNvSpPr/>
      </dsp:nvSpPr>
      <dsp:spPr>
        <a:xfrm>
          <a:off x="8857919" y="1828800"/>
          <a:ext cx="2240980" cy="990599"/>
        </a:xfrm>
        <a:prstGeom prst="roundRect">
          <a:avLst>
            <a:gd name="adj" fmla="val 10000"/>
          </a:avLst>
        </a:prstGeom>
        <a:solidFill>
          <a:schemeClr val="accent1">
            <a:alpha val="90000"/>
            <a:tint val="40000"/>
            <a:hueOff val="0"/>
            <a:satOff val="0"/>
            <a:lumOff val="0"/>
            <a:alphaOff val="0"/>
          </a:schemeClr>
        </a:soli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123825" tIns="123825" rIns="123825" bIns="123825" numCol="1" spcCol="1270" anchor="t" anchorCtr="0">
          <a:noAutofit/>
        </a:bodyPr>
        <a:lstStyle/>
        <a:p>
          <a:pPr marL="114300" lvl="1" indent="-114300" algn="l" defTabSz="533400">
            <a:lnSpc>
              <a:spcPct val="90000"/>
            </a:lnSpc>
            <a:spcBef>
              <a:spcPct val="0"/>
            </a:spcBef>
            <a:spcAft>
              <a:spcPct val="15000"/>
            </a:spcAft>
            <a:buChar char="•"/>
          </a:pPr>
          <a:r>
            <a:rPr lang="en-US" sz="1200" kern="1200" dirty="0"/>
            <a:t>Process transaction
Update gold holdings
Send results</a:t>
          </a:r>
        </a:p>
      </dsp:txBody>
      <dsp:txXfrm>
        <a:off x="8880715" y="2063867"/>
        <a:ext cx="2195388" cy="732736"/>
      </dsp:txXfrm>
    </dsp:sp>
    <dsp:sp modelId="{007ECFCF-1433-42C1-AF33-8598D13C2ED4}">
      <dsp:nvSpPr>
        <dsp:cNvPr id="0" name=""/>
        <dsp:cNvSpPr/>
      </dsp:nvSpPr>
      <dsp:spPr>
        <a:xfrm>
          <a:off x="9258307" y="1219201"/>
          <a:ext cx="1991982" cy="792145"/>
        </a:xfrm>
        <a:prstGeom prst="roundRect">
          <a:avLst>
            <a:gd name="adj" fmla="val 10000"/>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28575" tIns="19050" rIns="28575" bIns="19050" numCol="1" spcCol="1270" anchor="ctr" anchorCtr="0">
          <a:noAutofit/>
        </a:bodyPr>
        <a:lstStyle/>
        <a:p>
          <a:pPr marL="0" lvl="0" indent="0" algn="ctr" defTabSz="666750">
            <a:lnSpc>
              <a:spcPct val="90000"/>
            </a:lnSpc>
            <a:spcBef>
              <a:spcPct val="0"/>
            </a:spcBef>
            <a:spcAft>
              <a:spcPct val="35000"/>
            </a:spcAft>
            <a:buNone/>
          </a:pPr>
          <a:r>
            <a:rPr lang="en-US" sz="1500" b="1" kern="1200" dirty="0"/>
            <a:t>Provider</a:t>
          </a:r>
          <a:endParaRPr lang="en-US" sz="1500" kern="1200" dirty="0"/>
        </a:p>
      </dsp:txBody>
      <dsp:txXfrm>
        <a:off x="9281508" y="1242402"/>
        <a:ext cx="1945580" cy="74574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6D4134-D3E6-4A1F-AB3F-9FD4CC8B25E8}">
      <dsp:nvSpPr>
        <dsp:cNvPr id="0" name=""/>
        <dsp:cNvSpPr/>
      </dsp:nvSpPr>
      <dsp:spPr>
        <a:xfrm>
          <a:off x="0" y="6899"/>
          <a:ext cx="10668000" cy="71954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b="1" i="0" kern="1200" baseline="0"/>
            <a:t>Inputs (Business Perspective):</a:t>
          </a:r>
          <a:endParaRPr lang="en-US" sz="3000" kern="1200"/>
        </a:p>
      </dsp:txBody>
      <dsp:txXfrm>
        <a:off x="35125" y="42024"/>
        <a:ext cx="10597750" cy="649299"/>
      </dsp:txXfrm>
    </dsp:sp>
    <dsp:sp modelId="{D8FB72CD-A53E-4CF3-ABD4-4B8EE2D0AA0D}">
      <dsp:nvSpPr>
        <dsp:cNvPr id="0" name=""/>
        <dsp:cNvSpPr/>
      </dsp:nvSpPr>
      <dsp:spPr>
        <a:xfrm>
          <a:off x="0" y="726449"/>
          <a:ext cx="10668000" cy="1117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8709" tIns="38100" rIns="213360" bIns="38100" numCol="1" spcCol="1270" anchor="t" anchorCtr="0">
          <a:noAutofit/>
        </a:bodyPr>
        <a:lstStyle/>
        <a:p>
          <a:pPr marL="228600" lvl="1" indent="-228600" algn="l" defTabSz="1022350">
            <a:lnSpc>
              <a:spcPct val="90000"/>
            </a:lnSpc>
            <a:spcBef>
              <a:spcPct val="0"/>
            </a:spcBef>
            <a:spcAft>
              <a:spcPct val="20000"/>
            </a:spcAft>
            <a:buChar char="•"/>
          </a:pPr>
          <a:r>
            <a:rPr lang="en-US" sz="2300" b="0" i="0" kern="1200" baseline="0"/>
            <a:t>Customer identification details (for KYC/Onboarding) based on the CIC parameter.</a:t>
          </a:r>
          <a:endParaRPr lang="en-US" sz="2300" kern="1200"/>
        </a:p>
        <a:p>
          <a:pPr marL="228600" lvl="1" indent="-228600" algn="l" defTabSz="1022350">
            <a:lnSpc>
              <a:spcPct val="90000"/>
            </a:lnSpc>
            <a:spcBef>
              <a:spcPct val="0"/>
            </a:spcBef>
            <a:spcAft>
              <a:spcPct val="20000"/>
            </a:spcAft>
            <a:buChar char="•"/>
          </a:pPr>
          <a:r>
            <a:rPr lang="en-US" sz="2300" b="0" i="0" kern="1200" baseline="0"/>
            <a:t>Gold selection and subscription/redemption details (bullion type, amount) based on transaction inputs.</a:t>
          </a:r>
          <a:endParaRPr lang="en-US" sz="2300" kern="1200"/>
        </a:p>
      </dsp:txBody>
      <dsp:txXfrm>
        <a:off x="0" y="726449"/>
        <a:ext cx="10668000" cy="1117800"/>
      </dsp:txXfrm>
    </dsp:sp>
    <dsp:sp modelId="{66A4D9B1-27CB-455F-B727-0F685CCE9521}">
      <dsp:nvSpPr>
        <dsp:cNvPr id="0" name=""/>
        <dsp:cNvSpPr/>
      </dsp:nvSpPr>
      <dsp:spPr>
        <a:xfrm>
          <a:off x="0" y="1844250"/>
          <a:ext cx="10668000" cy="71954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b="1" i="0" kern="1200" baseline="0"/>
            <a:t>Outputs (Business Perspective):</a:t>
          </a:r>
          <a:endParaRPr lang="en-US" sz="3000" kern="1200"/>
        </a:p>
      </dsp:txBody>
      <dsp:txXfrm>
        <a:off x="35125" y="1879375"/>
        <a:ext cx="10597750" cy="649299"/>
      </dsp:txXfrm>
    </dsp:sp>
    <dsp:sp modelId="{C2C0FAA7-3A52-4A52-B239-D5CED065B2C1}">
      <dsp:nvSpPr>
        <dsp:cNvPr id="0" name=""/>
        <dsp:cNvSpPr/>
      </dsp:nvSpPr>
      <dsp:spPr>
        <a:xfrm>
          <a:off x="0" y="2563800"/>
          <a:ext cx="10668000" cy="19251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8709" tIns="38100" rIns="213360" bIns="38100" numCol="1" spcCol="1270" anchor="t" anchorCtr="0">
          <a:noAutofit/>
        </a:bodyPr>
        <a:lstStyle/>
        <a:p>
          <a:pPr marL="228600" lvl="1" indent="-228600" algn="l" defTabSz="1022350">
            <a:lnSpc>
              <a:spcPct val="90000"/>
            </a:lnSpc>
            <a:spcBef>
              <a:spcPct val="0"/>
            </a:spcBef>
            <a:spcAft>
              <a:spcPct val="20000"/>
            </a:spcAft>
            <a:buChar char="•"/>
          </a:pPr>
          <a:r>
            <a:rPr lang="en-US" sz="2300" b="0" i="0" kern="1200" baseline="0" dirty="0"/>
            <a:t>Gold details and pricing data .</a:t>
          </a:r>
          <a:endParaRPr lang="en-US" sz="2300" kern="1200" dirty="0"/>
        </a:p>
        <a:p>
          <a:pPr marL="228600" lvl="1" indent="-228600" algn="l" defTabSz="1022350">
            <a:lnSpc>
              <a:spcPct val="90000"/>
            </a:lnSpc>
            <a:spcBef>
              <a:spcPct val="0"/>
            </a:spcBef>
            <a:spcAft>
              <a:spcPct val="20000"/>
            </a:spcAft>
            <a:buChar char="•"/>
          </a:pPr>
          <a:r>
            <a:rPr lang="en-US" sz="2300" b="0" i="0" kern="1200" baseline="0" dirty="0"/>
            <a:t>Subscription/redemption confirmation and status </a:t>
          </a:r>
          <a:endParaRPr lang="en-US" sz="2300" kern="1200" dirty="0"/>
        </a:p>
        <a:p>
          <a:pPr marL="228600" lvl="1" indent="-228600" algn="l" defTabSz="1022350">
            <a:lnSpc>
              <a:spcPct val="90000"/>
            </a:lnSpc>
            <a:spcBef>
              <a:spcPct val="0"/>
            </a:spcBef>
            <a:spcAft>
              <a:spcPct val="20000"/>
            </a:spcAft>
            <a:buChar char="•"/>
          </a:pPr>
          <a:r>
            <a:rPr lang="en-US" sz="2300" b="0" i="0" kern="1200" baseline="0" dirty="0"/>
            <a:t>Portfolio summaries and performance reports</a:t>
          </a:r>
          <a:endParaRPr lang="en-US" sz="2300" kern="1200" dirty="0"/>
        </a:p>
        <a:p>
          <a:pPr marL="228600" lvl="1" indent="-228600" algn="l" defTabSz="1022350">
            <a:lnSpc>
              <a:spcPct val="90000"/>
            </a:lnSpc>
            <a:spcBef>
              <a:spcPct val="0"/>
            </a:spcBef>
            <a:spcAft>
              <a:spcPct val="20000"/>
            </a:spcAft>
            <a:buChar char="•"/>
          </a:pPr>
          <a:r>
            <a:rPr lang="en-US" sz="2300" b="0" i="0" kern="1200" baseline="0" dirty="0"/>
            <a:t>Notifications on transactions and dividends (based on the Confirmation Status Callback API).</a:t>
          </a:r>
          <a:endParaRPr lang="en-US" sz="2300" kern="1200" dirty="0"/>
        </a:p>
      </dsp:txBody>
      <dsp:txXfrm>
        <a:off x="0" y="2563800"/>
        <a:ext cx="10668000" cy="192510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221AFF"/>
          </a:solidFill>
        </p:spPr>
        <p:txBody>
          <a:bodyPr wrap="square" lIns="0" tIns="0" rIns="0" bIns="0" rtlCol="0"/>
          <a:lstStyle/>
          <a:p>
            <a:endParaRPr/>
          </a:p>
        </p:txBody>
      </p:sp>
      <p:pic>
        <p:nvPicPr>
          <p:cNvPr id="17" name="bg object 17"/>
          <p:cNvPicPr/>
          <p:nvPr/>
        </p:nvPicPr>
        <p:blipFill>
          <a:blip r:embed="rId2" cstate="print"/>
          <a:stretch>
            <a:fillRect/>
          </a:stretch>
        </p:blipFill>
        <p:spPr>
          <a:xfrm>
            <a:off x="11483916" y="6448845"/>
            <a:ext cx="217269" cy="211420"/>
          </a:xfrm>
          <a:prstGeom prst="rect">
            <a:avLst/>
          </a:prstGeom>
        </p:spPr>
      </p:pic>
      <p:sp>
        <p:nvSpPr>
          <p:cNvPr id="18" name="bg object 18"/>
          <p:cNvSpPr/>
          <p:nvPr/>
        </p:nvSpPr>
        <p:spPr>
          <a:xfrm>
            <a:off x="10541241" y="5339938"/>
            <a:ext cx="588645" cy="574040"/>
          </a:xfrm>
          <a:custGeom>
            <a:avLst/>
            <a:gdLst/>
            <a:ahLst/>
            <a:cxnLst/>
            <a:rect l="l" t="t" r="r" b="b"/>
            <a:pathLst>
              <a:path w="588645" h="574039">
                <a:moveTo>
                  <a:pt x="294068" y="0"/>
                </a:moveTo>
                <a:lnTo>
                  <a:pt x="251662" y="11307"/>
                </a:lnTo>
                <a:lnTo>
                  <a:pt x="178080" y="53697"/>
                </a:lnTo>
                <a:lnTo>
                  <a:pt x="146925" y="84834"/>
                </a:lnTo>
                <a:lnTo>
                  <a:pt x="135449" y="127280"/>
                </a:lnTo>
                <a:lnTo>
                  <a:pt x="135449" y="234137"/>
                </a:lnTo>
                <a:lnTo>
                  <a:pt x="42631" y="287964"/>
                </a:lnTo>
                <a:lnTo>
                  <a:pt x="24901" y="301538"/>
                </a:lnTo>
                <a:lnTo>
                  <a:pt x="11476" y="318963"/>
                </a:lnTo>
                <a:lnTo>
                  <a:pt x="2971" y="339214"/>
                </a:lnTo>
                <a:lnTo>
                  <a:pt x="0" y="361270"/>
                </a:lnTo>
                <a:lnTo>
                  <a:pt x="0" y="446291"/>
                </a:lnTo>
                <a:lnTo>
                  <a:pt x="11476" y="488753"/>
                </a:lnTo>
                <a:lnTo>
                  <a:pt x="42631" y="519884"/>
                </a:lnTo>
                <a:lnTo>
                  <a:pt x="116213" y="562263"/>
                </a:lnTo>
                <a:lnTo>
                  <a:pt x="158602" y="573704"/>
                </a:lnTo>
                <a:lnTo>
                  <a:pt x="169640" y="572977"/>
                </a:lnTo>
                <a:lnTo>
                  <a:pt x="180489" y="570812"/>
                </a:lnTo>
                <a:lnTo>
                  <a:pt x="191053" y="567233"/>
                </a:lnTo>
                <a:lnTo>
                  <a:pt x="201233" y="562263"/>
                </a:lnTo>
                <a:lnTo>
                  <a:pt x="261949" y="527293"/>
                </a:lnTo>
                <a:lnTo>
                  <a:pt x="158723" y="527293"/>
                </a:lnTo>
                <a:lnTo>
                  <a:pt x="148778" y="526026"/>
                </a:lnTo>
                <a:lnTo>
                  <a:pt x="65783" y="479845"/>
                </a:lnTo>
                <a:lnTo>
                  <a:pt x="46270" y="446291"/>
                </a:lnTo>
                <a:lnTo>
                  <a:pt x="46270" y="361270"/>
                </a:lnTo>
                <a:lnTo>
                  <a:pt x="47637" y="351318"/>
                </a:lnTo>
                <a:lnTo>
                  <a:pt x="51543" y="342098"/>
                </a:lnTo>
                <a:lnTo>
                  <a:pt x="57690" y="334145"/>
                </a:lnTo>
                <a:lnTo>
                  <a:pt x="65783" y="327996"/>
                </a:lnTo>
                <a:lnTo>
                  <a:pt x="135449" y="287721"/>
                </a:lnTo>
                <a:lnTo>
                  <a:pt x="181719" y="287721"/>
                </a:lnTo>
                <a:lnTo>
                  <a:pt x="181719" y="261171"/>
                </a:lnTo>
                <a:lnTo>
                  <a:pt x="268576" y="211261"/>
                </a:lnTo>
                <a:lnTo>
                  <a:pt x="276706" y="207899"/>
                </a:lnTo>
                <a:lnTo>
                  <a:pt x="181719" y="207899"/>
                </a:lnTo>
                <a:lnTo>
                  <a:pt x="181719" y="127280"/>
                </a:lnTo>
                <a:lnTo>
                  <a:pt x="201233" y="93729"/>
                </a:lnTo>
                <a:lnTo>
                  <a:pt x="274815" y="51374"/>
                </a:lnTo>
                <a:lnTo>
                  <a:pt x="294142" y="46305"/>
                </a:lnTo>
                <a:lnTo>
                  <a:pt x="397205" y="46305"/>
                </a:lnTo>
                <a:lnTo>
                  <a:pt x="336682" y="11307"/>
                </a:lnTo>
                <a:lnTo>
                  <a:pt x="315970" y="2826"/>
                </a:lnTo>
                <a:lnTo>
                  <a:pt x="294068" y="0"/>
                </a:lnTo>
                <a:close/>
              </a:path>
              <a:path w="588645" h="574039">
                <a:moveTo>
                  <a:pt x="386995" y="508963"/>
                </a:moveTo>
                <a:lnTo>
                  <a:pt x="294294" y="508963"/>
                </a:lnTo>
                <a:lnTo>
                  <a:pt x="386835" y="562263"/>
                </a:lnTo>
                <a:lnTo>
                  <a:pt x="397016" y="567233"/>
                </a:lnTo>
                <a:lnTo>
                  <a:pt x="407583" y="570812"/>
                </a:lnTo>
                <a:lnTo>
                  <a:pt x="418443" y="572977"/>
                </a:lnTo>
                <a:lnTo>
                  <a:pt x="429501" y="573704"/>
                </a:lnTo>
                <a:lnTo>
                  <a:pt x="440432" y="572977"/>
                </a:lnTo>
                <a:lnTo>
                  <a:pt x="451263" y="570812"/>
                </a:lnTo>
                <a:lnTo>
                  <a:pt x="461801" y="567233"/>
                </a:lnTo>
                <a:lnTo>
                  <a:pt x="471855" y="562263"/>
                </a:lnTo>
                <a:lnTo>
                  <a:pt x="532573" y="527293"/>
                </a:lnTo>
                <a:lnTo>
                  <a:pt x="429362" y="527293"/>
                </a:lnTo>
                <a:lnTo>
                  <a:pt x="419405" y="526026"/>
                </a:lnTo>
                <a:lnTo>
                  <a:pt x="409987" y="522224"/>
                </a:lnTo>
                <a:lnTo>
                  <a:pt x="386995" y="508963"/>
                </a:lnTo>
                <a:close/>
              </a:path>
              <a:path w="588645" h="574039">
                <a:moveTo>
                  <a:pt x="181719" y="287721"/>
                </a:moveTo>
                <a:lnTo>
                  <a:pt x="135449" y="287721"/>
                </a:lnTo>
                <a:lnTo>
                  <a:pt x="135449" y="361270"/>
                </a:lnTo>
                <a:lnTo>
                  <a:pt x="148576" y="409937"/>
                </a:lnTo>
                <a:lnTo>
                  <a:pt x="184319" y="445528"/>
                </a:lnTo>
                <a:lnTo>
                  <a:pt x="247503" y="482185"/>
                </a:lnTo>
                <a:lnTo>
                  <a:pt x="178080" y="522224"/>
                </a:lnTo>
                <a:lnTo>
                  <a:pt x="168668" y="526026"/>
                </a:lnTo>
                <a:lnTo>
                  <a:pt x="158723" y="527293"/>
                </a:lnTo>
                <a:lnTo>
                  <a:pt x="261949" y="527293"/>
                </a:lnTo>
                <a:lnTo>
                  <a:pt x="293774" y="508963"/>
                </a:lnTo>
                <a:lnTo>
                  <a:pt x="386995" y="508963"/>
                </a:lnTo>
                <a:lnTo>
                  <a:pt x="340564" y="482185"/>
                </a:lnTo>
                <a:lnTo>
                  <a:pt x="386304" y="455649"/>
                </a:lnTo>
                <a:lnTo>
                  <a:pt x="294051" y="455649"/>
                </a:lnTo>
                <a:lnTo>
                  <a:pt x="207472" y="405496"/>
                </a:lnTo>
                <a:lnTo>
                  <a:pt x="196751" y="397304"/>
                </a:lnTo>
                <a:lnTo>
                  <a:pt x="188643" y="386801"/>
                </a:lnTo>
                <a:lnTo>
                  <a:pt x="183511" y="374589"/>
                </a:lnTo>
                <a:lnTo>
                  <a:pt x="181720" y="361270"/>
                </a:lnTo>
                <a:lnTo>
                  <a:pt x="181719" y="287721"/>
                </a:lnTo>
                <a:close/>
              </a:path>
              <a:path w="588645" h="574039">
                <a:moveTo>
                  <a:pt x="545018" y="287721"/>
                </a:moveTo>
                <a:lnTo>
                  <a:pt x="452619" y="287721"/>
                </a:lnTo>
                <a:lnTo>
                  <a:pt x="522284" y="327996"/>
                </a:lnTo>
                <a:lnTo>
                  <a:pt x="530378" y="334145"/>
                </a:lnTo>
                <a:lnTo>
                  <a:pt x="536525" y="342098"/>
                </a:lnTo>
                <a:lnTo>
                  <a:pt x="540430" y="351318"/>
                </a:lnTo>
                <a:lnTo>
                  <a:pt x="541798" y="361270"/>
                </a:lnTo>
                <a:lnTo>
                  <a:pt x="541798" y="446291"/>
                </a:lnTo>
                <a:lnTo>
                  <a:pt x="540528" y="455649"/>
                </a:lnTo>
                <a:lnTo>
                  <a:pt x="540430" y="456368"/>
                </a:lnTo>
                <a:lnTo>
                  <a:pt x="448737" y="522224"/>
                </a:lnTo>
                <a:lnTo>
                  <a:pt x="429362" y="527293"/>
                </a:lnTo>
                <a:lnTo>
                  <a:pt x="532573" y="527293"/>
                </a:lnTo>
                <a:lnTo>
                  <a:pt x="576605" y="488753"/>
                </a:lnTo>
                <a:lnTo>
                  <a:pt x="588068" y="446291"/>
                </a:lnTo>
                <a:lnTo>
                  <a:pt x="588068" y="361270"/>
                </a:lnTo>
                <a:lnTo>
                  <a:pt x="585101" y="339214"/>
                </a:lnTo>
                <a:lnTo>
                  <a:pt x="576604" y="318963"/>
                </a:lnTo>
                <a:lnTo>
                  <a:pt x="563181" y="301538"/>
                </a:lnTo>
                <a:lnTo>
                  <a:pt x="545437" y="287964"/>
                </a:lnTo>
                <a:lnTo>
                  <a:pt x="545018" y="287721"/>
                </a:lnTo>
                <a:close/>
              </a:path>
              <a:path w="588645" h="574039">
                <a:moveTo>
                  <a:pt x="400383" y="204450"/>
                </a:moveTo>
                <a:lnTo>
                  <a:pt x="294081" y="204450"/>
                </a:lnTo>
                <a:lnTo>
                  <a:pt x="307281" y="206153"/>
                </a:lnTo>
                <a:lnTo>
                  <a:pt x="319768" y="211261"/>
                </a:lnTo>
                <a:lnTo>
                  <a:pt x="406348" y="261171"/>
                </a:lnTo>
                <a:lnTo>
                  <a:pt x="406348" y="361270"/>
                </a:lnTo>
                <a:lnTo>
                  <a:pt x="404557" y="374589"/>
                </a:lnTo>
                <a:lnTo>
                  <a:pt x="380596" y="405496"/>
                </a:lnTo>
                <a:lnTo>
                  <a:pt x="294051" y="455649"/>
                </a:lnTo>
                <a:lnTo>
                  <a:pt x="386304" y="455649"/>
                </a:lnTo>
                <a:lnTo>
                  <a:pt x="424106" y="429989"/>
                </a:lnTo>
                <a:lnTo>
                  <a:pt x="449146" y="386801"/>
                </a:lnTo>
                <a:lnTo>
                  <a:pt x="452619" y="361270"/>
                </a:lnTo>
                <a:lnTo>
                  <a:pt x="452619" y="287721"/>
                </a:lnTo>
                <a:lnTo>
                  <a:pt x="545018" y="287721"/>
                </a:lnTo>
                <a:lnTo>
                  <a:pt x="452618" y="234137"/>
                </a:lnTo>
                <a:lnTo>
                  <a:pt x="452618" y="207899"/>
                </a:lnTo>
                <a:lnTo>
                  <a:pt x="406348" y="207899"/>
                </a:lnTo>
                <a:lnTo>
                  <a:pt x="400383" y="204450"/>
                </a:lnTo>
                <a:close/>
              </a:path>
              <a:path w="588645" h="574039">
                <a:moveTo>
                  <a:pt x="294081" y="158153"/>
                </a:moveTo>
                <a:lnTo>
                  <a:pt x="269036" y="161422"/>
                </a:lnTo>
                <a:lnTo>
                  <a:pt x="245424" y="171229"/>
                </a:lnTo>
                <a:lnTo>
                  <a:pt x="181719" y="207899"/>
                </a:lnTo>
                <a:lnTo>
                  <a:pt x="276706" y="207899"/>
                </a:lnTo>
                <a:lnTo>
                  <a:pt x="280928" y="206153"/>
                </a:lnTo>
                <a:lnTo>
                  <a:pt x="294081" y="204450"/>
                </a:lnTo>
                <a:lnTo>
                  <a:pt x="400383" y="204450"/>
                </a:lnTo>
                <a:lnTo>
                  <a:pt x="342921" y="171229"/>
                </a:lnTo>
                <a:lnTo>
                  <a:pt x="319172" y="161422"/>
                </a:lnTo>
                <a:lnTo>
                  <a:pt x="294081" y="158153"/>
                </a:lnTo>
                <a:close/>
              </a:path>
              <a:path w="588645" h="574039">
                <a:moveTo>
                  <a:pt x="397205" y="46305"/>
                </a:moveTo>
                <a:lnTo>
                  <a:pt x="294142" y="46305"/>
                </a:lnTo>
                <a:lnTo>
                  <a:pt x="304015" y="47573"/>
                </a:lnTo>
                <a:lnTo>
                  <a:pt x="313287" y="51374"/>
                </a:lnTo>
                <a:lnTo>
                  <a:pt x="386835" y="93729"/>
                </a:lnTo>
                <a:lnTo>
                  <a:pt x="406348" y="127280"/>
                </a:lnTo>
                <a:lnTo>
                  <a:pt x="406348" y="207899"/>
                </a:lnTo>
                <a:lnTo>
                  <a:pt x="452618" y="207899"/>
                </a:lnTo>
                <a:lnTo>
                  <a:pt x="452618" y="127280"/>
                </a:lnTo>
                <a:lnTo>
                  <a:pt x="441155" y="84834"/>
                </a:lnTo>
                <a:lnTo>
                  <a:pt x="409987" y="53697"/>
                </a:lnTo>
                <a:lnTo>
                  <a:pt x="397205" y="46305"/>
                </a:lnTo>
                <a:close/>
              </a:path>
            </a:pathLst>
          </a:custGeom>
          <a:solidFill>
            <a:srgbClr val="FFFFFF"/>
          </a:solidFill>
        </p:spPr>
        <p:txBody>
          <a:bodyPr wrap="square" lIns="0" tIns="0" rIns="0" bIns="0" rtlCol="0"/>
          <a:lstStyle/>
          <a:p>
            <a:endParaRPr/>
          </a:p>
        </p:txBody>
      </p:sp>
      <p:pic>
        <p:nvPicPr>
          <p:cNvPr id="19" name="bg object 19"/>
          <p:cNvPicPr/>
          <p:nvPr/>
        </p:nvPicPr>
        <p:blipFill>
          <a:blip r:embed="rId3" cstate="print"/>
          <a:stretch>
            <a:fillRect/>
          </a:stretch>
        </p:blipFill>
        <p:spPr>
          <a:xfrm>
            <a:off x="9519786" y="5516367"/>
            <a:ext cx="909400" cy="319797"/>
          </a:xfrm>
          <a:prstGeom prst="rect">
            <a:avLst/>
          </a:prstGeom>
        </p:spPr>
      </p:pic>
      <p:sp>
        <p:nvSpPr>
          <p:cNvPr id="2" name="Holder 2"/>
          <p:cNvSpPr>
            <a:spLocks noGrp="1"/>
          </p:cNvSpPr>
          <p:nvPr>
            <p:ph type="ctrTitle"/>
          </p:nvPr>
        </p:nvSpPr>
        <p:spPr>
          <a:xfrm>
            <a:off x="1063548" y="1835022"/>
            <a:ext cx="6577330" cy="1589404"/>
          </a:xfrm>
          <a:prstGeom prst="rect">
            <a:avLst/>
          </a:prstGeom>
        </p:spPr>
        <p:txBody>
          <a:bodyPr wrap="square" lIns="0" tIns="0" rIns="0" bIns="0">
            <a:spAutoFit/>
          </a:bodyPr>
          <a:lstStyle>
            <a:lvl1pPr>
              <a:defRPr sz="1800" b="1" i="0">
                <a:solidFill>
                  <a:srgbClr val="221BFF"/>
                </a:solidFill>
                <a:latin typeface="Segoe UI"/>
                <a:cs typeface="Segoe UI"/>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800" b="0" i="0">
                <a:solidFill>
                  <a:srgbClr val="7E7E7E"/>
                </a:solidFill>
                <a:latin typeface="Segoe UI"/>
                <a:cs typeface="Segoe UI"/>
              </a:defRPr>
            </a:lvl1pPr>
          </a:lstStyle>
          <a:p>
            <a:pPr marL="12700">
              <a:lnSpc>
                <a:spcPct val="100000"/>
              </a:lnSpc>
              <a:spcBef>
                <a:spcPts val="165"/>
              </a:spcBef>
            </a:pPr>
            <a:r>
              <a:rPr dirty="0"/>
              <a:t>1</a:t>
            </a:r>
            <a:r>
              <a:rPr spc="70" dirty="0"/>
              <a:t> </a:t>
            </a:r>
            <a:r>
              <a:rPr dirty="0"/>
              <a:t>Q</a:t>
            </a:r>
            <a:r>
              <a:rPr spc="85" dirty="0"/>
              <a:t> </a:t>
            </a:r>
            <a:r>
              <a:rPr dirty="0"/>
              <a:t>2</a:t>
            </a:r>
            <a:r>
              <a:rPr spc="75" dirty="0"/>
              <a:t> </a:t>
            </a:r>
            <a:r>
              <a:rPr dirty="0"/>
              <a:t>0</a:t>
            </a:r>
            <a:r>
              <a:rPr spc="75" dirty="0"/>
              <a:t> </a:t>
            </a:r>
            <a:r>
              <a:rPr dirty="0"/>
              <a:t>2</a:t>
            </a:r>
            <a:r>
              <a:rPr spc="75" dirty="0"/>
              <a:t> </a:t>
            </a:r>
            <a:r>
              <a:rPr dirty="0"/>
              <a:t>5</a:t>
            </a:r>
            <a:r>
              <a:rPr spc="204" dirty="0"/>
              <a:t>  </a:t>
            </a:r>
            <a:r>
              <a:rPr dirty="0"/>
              <a:t>R</a:t>
            </a:r>
            <a:r>
              <a:rPr spc="75" dirty="0"/>
              <a:t> </a:t>
            </a:r>
            <a:r>
              <a:rPr dirty="0"/>
              <a:t>e</a:t>
            </a:r>
            <a:r>
              <a:rPr spc="80" dirty="0"/>
              <a:t> </a:t>
            </a:r>
            <a:r>
              <a:rPr dirty="0"/>
              <a:t>s</a:t>
            </a:r>
            <a:r>
              <a:rPr spc="70" dirty="0"/>
              <a:t> </a:t>
            </a:r>
            <a:r>
              <a:rPr dirty="0"/>
              <a:t>u</a:t>
            </a:r>
            <a:r>
              <a:rPr spc="80" dirty="0"/>
              <a:t> </a:t>
            </a:r>
            <a:r>
              <a:rPr dirty="0"/>
              <a:t>l</a:t>
            </a:r>
            <a:r>
              <a:rPr spc="75" dirty="0"/>
              <a:t> </a:t>
            </a:r>
            <a:r>
              <a:rPr dirty="0"/>
              <a:t>t</a:t>
            </a:r>
            <a:r>
              <a:rPr spc="80" dirty="0"/>
              <a:t> </a:t>
            </a:r>
            <a:r>
              <a:rPr dirty="0"/>
              <a:t>s</a:t>
            </a:r>
            <a:r>
              <a:rPr spc="190" dirty="0"/>
              <a:t>  </a:t>
            </a:r>
            <a:r>
              <a:rPr dirty="0"/>
              <a:t>P</a:t>
            </a:r>
            <a:r>
              <a:rPr spc="85" dirty="0"/>
              <a:t> </a:t>
            </a:r>
            <a:r>
              <a:rPr dirty="0"/>
              <a:t>r</a:t>
            </a:r>
            <a:r>
              <a:rPr spc="75" dirty="0"/>
              <a:t> </a:t>
            </a:r>
            <a:r>
              <a:rPr dirty="0"/>
              <a:t>e</a:t>
            </a:r>
            <a:r>
              <a:rPr spc="80" dirty="0"/>
              <a:t> </a:t>
            </a:r>
            <a:r>
              <a:rPr dirty="0"/>
              <a:t>s</a:t>
            </a:r>
            <a:r>
              <a:rPr spc="70" dirty="0"/>
              <a:t> </a:t>
            </a:r>
            <a:r>
              <a:rPr dirty="0"/>
              <a:t>e</a:t>
            </a:r>
            <a:r>
              <a:rPr spc="80" dirty="0"/>
              <a:t> </a:t>
            </a:r>
            <a:r>
              <a:rPr dirty="0"/>
              <a:t>n</a:t>
            </a:r>
            <a:r>
              <a:rPr spc="80" dirty="0"/>
              <a:t> </a:t>
            </a:r>
            <a:r>
              <a:rPr dirty="0"/>
              <a:t>t</a:t>
            </a:r>
            <a:r>
              <a:rPr spc="75" dirty="0"/>
              <a:t> </a:t>
            </a:r>
            <a:r>
              <a:rPr dirty="0"/>
              <a:t>a</a:t>
            </a:r>
            <a:r>
              <a:rPr spc="75" dirty="0"/>
              <a:t> </a:t>
            </a:r>
            <a:r>
              <a:rPr dirty="0"/>
              <a:t>t</a:t>
            </a:r>
            <a:r>
              <a:rPr spc="80" dirty="0"/>
              <a:t> </a:t>
            </a:r>
            <a:r>
              <a:rPr dirty="0"/>
              <a:t>i</a:t>
            </a:r>
            <a:r>
              <a:rPr spc="75" dirty="0"/>
              <a:t> </a:t>
            </a:r>
            <a:r>
              <a:rPr dirty="0"/>
              <a:t>o</a:t>
            </a:r>
            <a:r>
              <a:rPr spc="75" dirty="0"/>
              <a:t> </a:t>
            </a:r>
            <a:r>
              <a:rPr spc="-50" dirty="0"/>
              <a:t>n</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9/15/2025</a:t>
            </a:fld>
            <a:endParaRPr lang="en-US"/>
          </a:p>
        </p:txBody>
      </p:sp>
      <p:sp>
        <p:nvSpPr>
          <p:cNvPr id="6" name="Holder 6"/>
          <p:cNvSpPr>
            <a:spLocks noGrp="1"/>
          </p:cNvSpPr>
          <p:nvPr>
            <p:ph type="sldNum" sz="quarter" idx="7"/>
          </p:nvPr>
        </p:nvSpPr>
        <p:spPr/>
        <p:txBody>
          <a:bodyPr lIns="0" tIns="0" rIns="0" bIns="0"/>
          <a:lstStyle>
            <a:lvl1pPr>
              <a:defRPr sz="900" b="0" i="0">
                <a:solidFill>
                  <a:srgbClr val="7E7E7E"/>
                </a:solidFill>
                <a:latin typeface="Segoe UI"/>
                <a:cs typeface="Segoe UI"/>
              </a:defRPr>
            </a:lvl1pPr>
          </a:lstStyle>
          <a:p>
            <a:pPr marL="111760">
              <a:lnSpc>
                <a:spcPct val="100000"/>
              </a:lnSpc>
              <a:spcBef>
                <a:spcPts val="170"/>
              </a:spcBef>
            </a:pPr>
            <a:fld id="{81D60167-4931-47E6-BA6A-407CBD079E47}" type="slidenum">
              <a:rPr spc="-50" dirty="0"/>
              <a:t>‹#›</a:t>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800" b="1" i="0">
                <a:solidFill>
                  <a:srgbClr val="221BFF"/>
                </a:solidFill>
                <a:latin typeface="Segoe UI"/>
                <a:cs typeface="Segoe UI"/>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800" b="0" i="0">
                <a:solidFill>
                  <a:srgbClr val="7E7E7E"/>
                </a:solidFill>
                <a:latin typeface="Segoe UI"/>
                <a:cs typeface="Segoe UI"/>
              </a:defRPr>
            </a:lvl1pPr>
          </a:lstStyle>
          <a:p>
            <a:pPr marL="12700">
              <a:lnSpc>
                <a:spcPct val="100000"/>
              </a:lnSpc>
              <a:spcBef>
                <a:spcPts val="165"/>
              </a:spcBef>
            </a:pPr>
            <a:r>
              <a:rPr dirty="0"/>
              <a:t>1</a:t>
            </a:r>
            <a:r>
              <a:rPr spc="70" dirty="0"/>
              <a:t> </a:t>
            </a:r>
            <a:r>
              <a:rPr dirty="0"/>
              <a:t>Q</a:t>
            </a:r>
            <a:r>
              <a:rPr spc="85" dirty="0"/>
              <a:t> </a:t>
            </a:r>
            <a:r>
              <a:rPr dirty="0"/>
              <a:t>2</a:t>
            </a:r>
            <a:r>
              <a:rPr spc="75" dirty="0"/>
              <a:t> </a:t>
            </a:r>
            <a:r>
              <a:rPr dirty="0"/>
              <a:t>0</a:t>
            </a:r>
            <a:r>
              <a:rPr spc="75" dirty="0"/>
              <a:t> </a:t>
            </a:r>
            <a:r>
              <a:rPr dirty="0"/>
              <a:t>2</a:t>
            </a:r>
            <a:r>
              <a:rPr spc="75" dirty="0"/>
              <a:t> </a:t>
            </a:r>
            <a:r>
              <a:rPr dirty="0"/>
              <a:t>5</a:t>
            </a:r>
            <a:r>
              <a:rPr spc="204" dirty="0"/>
              <a:t>  </a:t>
            </a:r>
            <a:r>
              <a:rPr dirty="0"/>
              <a:t>R</a:t>
            </a:r>
            <a:r>
              <a:rPr spc="75" dirty="0"/>
              <a:t> </a:t>
            </a:r>
            <a:r>
              <a:rPr dirty="0"/>
              <a:t>e</a:t>
            </a:r>
            <a:r>
              <a:rPr spc="80" dirty="0"/>
              <a:t> </a:t>
            </a:r>
            <a:r>
              <a:rPr dirty="0"/>
              <a:t>s</a:t>
            </a:r>
            <a:r>
              <a:rPr spc="70" dirty="0"/>
              <a:t> </a:t>
            </a:r>
            <a:r>
              <a:rPr dirty="0"/>
              <a:t>u</a:t>
            </a:r>
            <a:r>
              <a:rPr spc="80" dirty="0"/>
              <a:t> </a:t>
            </a:r>
            <a:r>
              <a:rPr dirty="0"/>
              <a:t>l</a:t>
            </a:r>
            <a:r>
              <a:rPr spc="75" dirty="0"/>
              <a:t> </a:t>
            </a:r>
            <a:r>
              <a:rPr dirty="0"/>
              <a:t>t</a:t>
            </a:r>
            <a:r>
              <a:rPr spc="80" dirty="0"/>
              <a:t> </a:t>
            </a:r>
            <a:r>
              <a:rPr dirty="0"/>
              <a:t>s</a:t>
            </a:r>
            <a:r>
              <a:rPr spc="190" dirty="0"/>
              <a:t>  </a:t>
            </a:r>
            <a:r>
              <a:rPr dirty="0"/>
              <a:t>P</a:t>
            </a:r>
            <a:r>
              <a:rPr spc="85" dirty="0"/>
              <a:t> </a:t>
            </a:r>
            <a:r>
              <a:rPr dirty="0"/>
              <a:t>r</a:t>
            </a:r>
            <a:r>
              <a:rPr spc="75" dirty="0"/>
              <a:t> </a:t>
            </a:r>
            <a:r>
              <a:rPr dirty="0"/>
              <a:t>e</a:t>
            </a:r>
            <a:r>
              <a:rPr spc="80" dirty="0"/>
              <a:t> </a:t>
            </a:r>
            <a:r>
              <a:rPr dirty="0"/>
              <a:t>s</a:t>
            </a:r>
            <a:r>
              <a:rPr spc="70" dirty="0"/>
              <a:t> </a:t>
            </a:r>
            <a:r>
              <a:rPr dirty="0"/>
              <a:t>e</a:t>
            </a:r>
            <a:r>
              <a:rPr spc="80" dirty="0"/>
              <a:t> </a:t>
            </a:r>
            <a:r>
              <a:rPr dirty="0"/>
              <a:t>n</a:t>
            </a:r>
            <a:r>
              <a:rPr spc="80" dirty="0"/>
              <a:t> </a:t>
            </a:r>
            <a:r>
              <a:rPr dirty="0"/>
              <a:t>t</a:t>
            </a:r>
            <a:r>
              <a:rPr spc="75" dirty="0"/>
              <a:t> </a:t>
            </a:r>
            <a:r>
              <a:rPr dirty="0"/>
              <a:t>a</a:t>
            </a:r>
            <a:r>
              <a:rPr spc="75" dirty="0"/>
              <a:t> </a:t>
            </a:r>
            <a:r>
              <a:rPr dirty="0"/>
              <a:t>t</a:t>
            </a:r>
            <a:r>
              <a:rPr spc="80" dirty="0"/>
              <a:t> </a:t>
            </a:r>
            <a:r>
              <a:rPr dirty="0"/>
              <a:t>i</a:t>
            </a:r>
            <a:r>
              <a:rPr spc="75" dirty="0"/>
              <a:t> </a:t>
            </a:r>
            <a:r>
              <a:rPr dirty="0"/>
              <a:t>o</a:t>
            </a:r>
            <a:r>
              <a:rPr spc="75" dirty="0"/>
              <a:t> </a:t>
            </a:r>
            <a:r>
              <a:rPr spc="-50" dirty="0"/>
              <a:t>n</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9/15/2025</a:t>
            </a:fld>
            <a:endParaRPr lang="en-US"/>
          </a:p>
        </p:txBody>
      </p:sp>
      <p:sp>
        <p:nvSpPr>
          <p:cNvPr id="6" name="Holder 6"/>
          <p:cNvSpPr>
            <a:spLocks noGrp="1"/>
          </p:cNvSpPr>
          <p:nvPr>
            <p:ph type="sldNum" sz="quarter" idx="7"/>
          </p:nvPr>
        </p:nvSpPr>
        <p:spPr/>
        <p:txBody>
          <a:bodyPr lIns="0" tIns="0" rIns="0" bIns="0"/>
          <a:lstStyle>
            <a:lvl1pPr>
              <a:defRPr sz="900" b="0" i="0">
                <a:solidFill>
                  <a:srgbClr val="7E7E7E"/>
                </a:solidFill>
                <a:latin typeface="Segoe UI"/>
                <a:cs typeface="Segoe UI"/>
              </a:defRPr>
            </a:lvl1pPr>
          </a:lstStyle>
          <a:p>
            <a:pPr marL="111760">
              <a:lnSpc>
                <a:spcPct val="100000"/>
              </a:lnSpc>
              <a:spcBef>
                <a:spcPts val="170"/>
              </a:spcBef>
            </a:pPr>
            <a:fld id="{81D60167-4931-47E6-BA6A-407CBD079E47}" type="slidenum">
              <a:rPr spc="-50" dirty="0"/>
              <a:t>‹#›</a:t>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800" b="1" i="0">
                <a:solidFill>
                  <a:srgbClr val="221BFF"/>
                </a:solidFill>
                <a:latin typeface="Segoe UI"/>
                <a:cs typeface="Segoe U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800" b="0" i="0">
                <a:solidFill>
                  <a:srgbClr val="7E7E7E"/>
                </a:solidFill>
                <a:latin typeface="Segoe UI"/>
                <a:cs typeface="Segoe UI"/>
              </a:defRPr>
            </a:lvl1pPr>
          </a:lstStyle>
          <a:p>
            <a:pPr marL="12700">
              <a:lnSpc>
                <a:spcPct val="100000"/>
              </a:lnSpc>
              <a:spcBef>
                <a:spcPts val="165"/>
              </a:spcBef>
            </a:pPr>
            <a:r>
              <a:rPr dirty="0"/>
              <a:t>1</a:t>
            </a:r>
            <a:r>
              <a:rPr spc="70" dirty="0"/>
              <a:t> </a:t>
            </a:r>
            <a:r>
              <a:rPr dirty="0"/>
              <a:t>Q</a:t>
            </a:r>
            <a:r>
              <a:rPr spc="85" dirty="0"/>
              <a:t> </a:t>
            </a:r>
            <a:r>
              <a:rPr dirty="0"/>
              <a:t>2</a:t>
            </a:r>
            <a:r>
              <a:rPr spc="75" dirty="0"/>
              <a:t> </a:t>
            </a:r>
            <a:r>
              <a:rPr dirty="0"/>
              <a:t>0</a:t>
            </a:r>
            <a:r>
              <a:rPr spc="75" dirty="0"/>
              <a:t> </a:t>
            </a:r>
            <a:r>
              <a:rPr dirty="0"/>
              <a:t>2</a:t>
            </a:r>
            <a:r>
              <a:rPr spc="75" dirty="0"/>
              <a:t> </a:t>
            </a:r>
            <a:r>
              <a:rPr dirty="0"/>
              <a:t>5</a:t>
            </a:r>
            <a:r>
              <a:rPr spc="204" dirty="0"/>
              <a:t>  </a:t>
            </a:r>
            <a:r>
              <a:rPr dirty="0"/>
              <a:t>R</a:t>
            </a:r>
            <a:r>
              <a:rPr spc="75" dirty="0"/>
              <a:t> </a:t>
            </a:r>
            <a:r>
              <a:rPr dirty="0"/>
              <a:t>e</a:t>
            </a:r>
            <a:r>
              <a:rPr spc="80" dirty="0"/>
              <a:t> </a:t>
            </a:r>
            <a:r>
              <a:rPr dirty="0"/>
              <a:t>s</a:t>
            </a:r>
            <a:r>
              <a:rPr spc="70" dirty="0"/>
              <a:t> </a:t>
            </a:r>
            <a:r>
              <a:rPr dirty="0"/>
              <a:t>u</a:t>
            </a:r>
            <a:r>
              <a:rPr spc="80" dirty="0"/>
              <a:t> </a:t>
            </a:r>
            <a:r>
              <a:rPr dirty="0"/>
              <a:t>l</a:t>
            </a:r>
            <a:r>
              <a:rPr spc="75" dirty="0"/>
              <a:t> </a:t>
            </a:r>
            <a:r>
              <a:rPr dirty="0"/>
              <a:t>t</a:t>
            </a:r>
            <a:r>
              <a:rPr spc="80" dirty="0"/>
              <a:t> </a:t>
            </a:r>
            <a:r>
              <a:rPr dirty="0"/>
              <a:t>s</a:t>
            </a:r>
            <a:r>
              <a:rPr spc="190" dirty="0"/>
              <a:t>  </a:t>
            </a:r>
            <a:r>
              <a:rPr dirty="0"/>
              <a:t>P</a:t>
            </a:r>
            <a:r>
              <a:rPr spc="85" dirty="0"/>
              <a:t> </a:t>
            </a:r>
            <a:r>
              <a:rPr dirty="0"/>
              <a:t>r</a:t>
            </a:r>
            <a:r>
              <a:rPr spc="75" dirty="0"/>
              <a:t> </a:t>
            </a:r>
            <a:r>
              <a:rPr dirty="0"/>
              <a:t>e</a:t>
            </a:r>
            <a:r>
              <a:rPr spc="80" dirty="0"/>
              <a:t> </a:t>
            </a:r>
            <a:r>
              <a:rPr dirty="0"/>
              <a:t>s</a:t>
            </a:r>
            <a:r>
              <a:rPr spc="70" dirty="0"/>
              <a:t> </a:t>
            </a:r>
            <a:r>
              <a:rPr dirty="0"/>
              <a:t>e</a:t>
            </a:r>
            <a:r>
              <a:rPr spc="80" dirty="0"/>
              <a:t> </a:t>
            </a:r>
            <a:r>
              <a:rPr dirty="0"/>
              <a:t>n</a:t>
            </a:r>
            <a:r>
              <a:rPr spc="80" dirty="0"/>
              <a:t> </a:t>
            </a:r>
            <a:r>
              <a:rPr dirty="0"/>
              <a:t>t</a:t>
            </a:r>
            <a:r>
              <a:rPr spc="75" dirty="0"/>
              <a:t> </a:t>
            </a:r>
            <a:r>
              <a:rPr dirty="0"/>
              <a:t>a</a:t>
            </a:r>
            <a:r>
              <a:rPr spc="75" dirty="0"/>
              <a:t> </a:t>
            </a:r>
            <a:r>
              <a:rPr dirty="0"/>
              <a:t>t</a:t>
            </a:r>
            <a:r>
              <a:rPr spc="80" dirty="0"/>
              <a:t> </a:t>
            </a:r>
            <a:r>
              <a:rPr dirty="0"/>
              <a:t>i</a:t>
            </a:r>
            <a:r>
              <a:rPr spc="75" dirty="0"/>
              <a:t> </a:t>
            </a:r>
            <a:r>
              <a:rPr dirty="0"/>
              <a:t>o</a:t>
            </a:r>
            <a:r>
              <a:rPr spc="75" dirty="0"/>
              <a:t> </a:t>
            </a:r>
            <a:r>
              <a:rPr spc="-50" dirty="0"/>
              <a:t>n</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9/15/2025</a:t>
            </a:fld>
            <a:endParaRPr lang="en-US"/>
          </a:p>
        </p:txBody>
      </p:sp>
      <p:sp>
        <p:nvSpPr>
          <p:cNvPr id="7" name="Holder 7"/>
          <p:cNvSpPr>
            <a:spLocks noGrp="1"/>
          </p:cNvSpPr>
          <p:nvPr>
            <p:ph type="sldNum" sz="quarter" idx="7"/>
          </p:nvPr>
        </p:nvSpPr>
        <p:spPr/>
        <p:txBody>
          <a:bodyPr lIns="0" tIns="0" rIns="0" bIns="0"/>
          <a:lstStyle>
            <a:lvl1pPr>
              <a:defRPr sz="900" b="0" i="0">
                <a:solidFill>
                  <a:srgbClr val="7E7E7E"/>
                </a:solidFill>
                <a:latin typeface="Segoe UI"/>
                <a:cs typeface="Segoe UI"/>
              </a:defRPr>
            </a:lvl1pPr>
          </a:lstStyle>
          <a:p>
            <a:pPr marL="111760">
              <a:lnSpc>
                <a:spcPct val="100000"/>
              </a:lnSpc>
              <a:spcBef>
                <a:spcPts val="170"/>
              </a:spcBef>
            </a:pPr>
            <a:fld id="{81D60167-4931-47E6-BA6A-407CBD079E47}" type="slidenum">
              <a:rPr spc="-50" dirty="0"/>
              <a:t>‹#›</a:t>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221AFF"/>
          </a:solidFill>
        </p:spPr>
        <p:txBody>
          <a:bodyPr wrap="square" lIns="0" tIns="0" rIns="0" bIns="0" rtlCol="0"/>
          <a:lstStyle/>
          <a:p>
            <a:endParaRPr/>
          </a:p>
        </p:txBody>
      </p:sp>
      <p:pic>
        <p:nvPicPr>
          <p:cNvPr id="17" name="bg object 17"/>
          <p:cNvPicPr/>
          <p:nvPr/>
        </p:nvPicPr>
        <p:blipFill>
          <a:blip r:embed="rId2" cstate="print"/>
          <a:stretch>
            <a:fillRect/>
          </a:stretch>
        </p:blipFill>
        <p:spPr>
          <a:xfrm>
            <a:off x="11483916" y="6448845"/>
            <a:ext cx="217269" cy="211420"/>
          </a:xfrm>
          <a:prstGeom prst="rect">
            <a:avLst/>
          </a:prstGeom>
        </p:spPr>
      </p:pic>
      <p:sp>
        <p:nvSpPr>
          <p:cNvPr id="18" name="bg object 18"/>
          <p:cNvSpPr/>
          <p:nvPr/>
        </p:nvSpPr>
        <p:spPr>
          <a:xfrm>
            <a:off x="1056320" y="3563775"/>
            <a:ext cx="5276215" cy="1546860"/>
          </a:xfrm>
          <a:custGeom>
            <a:avLst/>
            <a:gdLst/>
            <a:ahLst/>
            <a:cxnLst/>
            <a:rect l="l" t="t" r="r" b="b"/>
            <a:pathLst>
              <a:path w="5276215" h="1546860">
                <a:moveTo>
                  <a:pt x="0" y="0"/>
                </a:moveTo>
                <a:lnTo>
                  <a:pt x="4172685" y="0"/>
                </a:lnTo>
                <a:lnTo>
                  <a:pt x="4230155" y="11949"/>
                </a:lnTo>
                <a:lnTo>
                  <a:pt x="4297696" y="34887"/>
                </a:lnTo>
                <a:lnTo>
                  <a:pt x="4362412" y="66272"/>
                </a:lnTo>
                <a:lnTo>
                  <a:pt x="4422720" y="106103"/>
                </a:lnTo>
                <a:lnTo>
                  <a:pt x="4477424" y="153276"/>
                </a:lnTo>
                <a:lnTo>
                  <a:pt x="4525805" y="208223"/>
                </a:lnTo>
                <a:lnTo>
                  <a:pt x="4566917" y="269697"/>
                </a:lnTo>
                <a:lnTo>
                  <a:pt x="5275899" y="1498716"/>
                </a:lnTo>
                <a:lnTo>
                  <a:pt x="5275899" y="1500067"/>
                </a:lnTo>
                <a:lnTo>
                  <a:pt x="5195558" y="1546561"/>
                </a:lnTo>
                <a:lnTo>
                  <a:pt x="4487435" y="318886"/>
                </a:lnTo>
                <a:lnTo>
                  <a:pt x="4451605" y="264802"/>
                </a:lnTo>
                <a:lnTo>
                  <a:pt x="4451035" y="264802"/>
                </a:lnTo>
                <a:lnTo>
                  <a:pt x="4415429" y="223868"/>
                </a:lnTo>
                <a:lnTo>
                  <a:pt x="4416014" y="223868"/>
                </a:lnTo>
                <a:lnTo>
                  <a:pt x="4413591" y="221755"/>
                </a:lnTo>
                <a:lnTo>
                  <a:pt x="4411463" y="219309"/>
                </a:lnTo>
                <a:lnTo>
                  <a:pt x="4410786" y="219309"/>
                </a:lnTo>
                <a:lnTo>
                  <a:pt x="4370283" y="183989"/>
                </a:lnTo>
                <a:lnTo>
                  <a:pt x="4370842" y="183989"/>
                </a:lnTo>
                <a:lnTo>
                  <a:pt x="4368447" y="182389"/>
                </a:lnTo>
                <a:lnTo>
                  <a:pt x="4366100" y="180342"/>
                </a:lnTo>
                <a:lnTo>
                  <a:pt x="4365384" y="180342"/>
                </a:lnTo>
                <a:lnTo>
                  <a:pt x="4320496" y="150349"/>
                </a:lnTo>
                <a:lnTo>
                  <a:pt x="4321216" y="150349"/>
                </a:lnTo>
                <a:lnTo>
                  <a:pt x="4318477" y="149000"/>
                </a:lnTo>
                <a:lnTo>
                  <a:pt x="4315899" y="147277"/>
                </a:lnTo>
                <a:lnTo>
                  <a:pt x="4314979" y="147277"/>
                </a:lnTo>
                <a:lnTo>
                  <a:pt x="4266542" y="123427"/>
                </a:lnTo>
                <a:lnTo>
                  <a:pt x="4267375" y="123427"/>
                </a:lnTo>
                <a:lnTo>
                  <a:pt x="4261962" y="121171"/>
                </a:lnTo>
                <a:lnTo>
                  <a:pt x="4260811" y="121171"/>
                </a:lnTo>
                <a:lnTo>
                  <a:pt x="4208438" y="103176"/>
                </a:lnTo>
                <a:lnTo>
                  <a:pt x="4209174" y="103176"/>
                </a:lnTo>
                <a:lnTo>
                  <a:pt x="4206913" y="102652"/>
                </a:lnTo>
                <a:lnTo>
                  <a:pt x="4204528" y="101832"/>
                </a:lnTo>
                <a:lnTo>
                  <a:pt x="4203376" y="101832"/>
                </a:lnTo>
                <a:lnTo>
                  <a:pt x="4178735" y="96121"/>
                </a:lnTo>
                <a:lnTo>
                  <a:pt x="4148650" y="90842"/>
                </a:lnTo>
                <a:lnTo>
                  <a:pt x="4149488" y="90842"/>
                </a:lnTo>
                <a:lnTo>
                  <a:pt x="4118679" y="87865"/>
                </a:lnTo>
                <a:lnTo>
                  <a:pt x="4121733" y="87865"/>
                </a:lnTo>
                <a:lnTo>
                  <a:pt x="4084534" y="86715"/>
                </a:lnTo>
                <a:lnTo>
                  <a:pt x="0" y="86716"/>
                </a:lnTo>
                <a:lnTo>
                  <a:pt x="0" y="0"/>
                </a:lnTo>
                <a:close/>
              </a:path>
              <a:path w="5276215" h="1546860">
                <a:moveTo>
                  <a:pt x="4451035" y="264802"/>
                </a:moveTo>
                <a:lnTo>
                  <a:pt x="4451605" y="264802"/>
                </a:lnTo>
                <a:lnTo>
                  <a:pt x="4453420" y="267548"/>
                </a:lnTo>
                <a:lnTo>
                  <a:pt x="4451035" y="264802"/>
                </a:lnTo>
                <a:close/>
              </a:path>
              <a:path w="5276215" h="1546860">
                <a:moveTo>
                  <a:pt x="4413591" y="221755"/>
                </a:moveTo>
                <a:lnTo>
                  <a:pt x="4416014" y="223868"/>
                </a:lnTo>
                <a:lnTo>
                  <a:pt x="4415429" y="223868"/>
                </a:lnTo>
                <a:lnTo>
                  <a:pt x="4413591" y="221755"/>
                </a:lnTo>
                <a:close/>
              </a:path>
              <a:path w="5276215" h="1546860">
                <a:moveTo>
                  <a:pt x="4410786" y="219309"/>
                </a:moveTo>
                <a:lnTo>
                  <a:pt x="4411463" y="219309"/>
                </a:lnTo>
                <a:lnTo>
                  <a:pt x="4413591" y="221755"/>
                </a:lnTo>
                <a:lnTo>
                  <a:pt x="4410786" y="219309"/>
                </a:lnTo>
                <a:close/>
              </a:path>
              <a:path w="5276215" h="1546860">
                <a:moveTo>
                  <a:pt x="4368447" y="182389"/>
                </a:moveTo>
                <a:lnTo>
                  <a:pt x="4370842" y="183989"/>
                </a:lnTo>
                <a:lnTo>
                  <a:pt x="4370283" y="183989"/>
                </a:lnTo>
                <a:lnTo>
                  <a:pt x="4368447" y="182389"/>
                </a:lnTo>
                <a:close/>
              </a:path>
              <a:path w="5276215" h="1546860">
                <a:moveTo>
                  <a:pt x="4365384" y="180342"/>
                </a:moveTo>
                <a:lnTo>
                  <a:pt x="4366100" y="180342"/>
                </a:lnTo>
                <a:lnTo>
                  <a:pt x="4368447" y="182389"/>
                </a:lnTo>
                <a:lnTo>
                  <a:pt x="4365384" y="180342"/>
                </a:lnTo>
                <a:close/>
              </a:path>
              <a:path w="5276215" h="1546860">
                <a:moveTo>
                  <a:pt x="4318477" y="149000"/>
                </a:moveTo>
                <a:lnTo>
                  <a:pt x="4321216" y="150349"/>
                </a:lnTo>
                <a:lnTo>
                  <a:pt x="4320496" y="150349"/>
                </a:lnTo>
                <a:lnTo>
                  <a:pt x="4318477" y="149000"/>
                </a:lnTo>
                <a:close/>
              </a:path>
              <a:path w="5276215" h="1546860">
                <a:moveTo>
                  <a:pt x="4314979" y="147277"/>
                </a:moveTo>
                <a:lnTo>
                  <a:pt x="4315899" y="147277"/>
                </a:lnTo>
                <a:lnTo>
                  <a:pt x="4318477" y="149000"/>
                </a:lnTo>
                <a:lnTo>
                  <a:pt x="4314979" y="147277"/>
                </a:lnTo>
                <a:close/>
              </a:path>
              <a:path w="5276215" h="1546860">
                <a:moveTo>
                  <a:pt x="4261962" y="121171"/>
                </a:moveTo>
                <a:lnTo>
                  <a:pt x="4267375" y="123427"/>
                </a:lnTo>
                <a:lnTo>
                  <a:pt x="4264620" y="122480"/>
                </a:lnTo>
                <a:lnTo>
                  <a:pt x="4261962" y="121171"/>
                </a:lnTo>
                <a:close/>
              </a:path>
              <a:path w="5276215" h="1546860">
                <a:moveTo>
                  <a:pt x="4264620" y="122480"/>
                </a:moveTo>
                <a:lnTo>
                  <a:pt x="4267375" y="123427"/>
                </a:lnTo>
                <a:lnTo>
                  <a:pt x="4266542" y="123427"/>
                </a:lnTo>
                <a:lnTo>
                  <a:pt x="4264620" y="122480"/>
                </a:lnTo>
                <a:close/>
              </a:path>
              <a:path w="5276215" h="1546860">
                <a:moveTo>
                  <a:pt x="4260811" y="121171"/>
                </a:moveTo>
                <a:lnTo>
                  <a:pt x="4261962" y="121171"/>
                </a:lnTo>
                <a:lnTo>
                  <a:pt x="4264620" y="122480"/>
                </a:lnTo>
                <a:lnTo>
                  <a:pt x="4260811" y="121171"/>
                </a:lnTo>
                <a:close/>
              </a:path>
              <a:path w="5276215" h="1546860">
                <a:moveTo>
                  <a:pt x="4206913" y="102652"/>
                </a:moveTo>
                <a:lnTo>
                  <a:pt x="4209174" y="103176"/>
                </a:lnTo>
                <a:lnTo>
                  <a:pt x="4208438" y="103176"/>
                </a:lnTo>
                <a:lnTo>
                  <a:pt x="4206913" y="102652"/>
                </a:lnTo>
                <a:close/>
              </a:path>
              <a:path w="5276215" h="1546860">
                <a:moveTo>
                  <a:pt x="4203376" y="101832"/>
                </a:moveTo>
                <a:lnTo>
                  <a:pt x="4204528" y="101832"/>
                </a:lnTo>
                <a:lnTo>
                  <a:pt x="4206913" y="102652"/>
                </a:lnTo>
                <a:lnTo>
                  <a:pt x="4203376" y="101832"/>
                </a:lnTo>
                <a:close/>
              </a:path>
              <a:path w="5276215" h="1546860">
                <a:moveTo>
                  <a:pt x="4147623" y="90662"/>
                </a:moveTo>
                <a:lnTo>
                  <a:pt x="4149488" y="90842"/>
                </a:lnTo>
                <a:lnTo>
                  <a:pt x="4148650" y="90842"/>
                </a:lnTo>
                <a:lnTo>
                  <a:pt x="4147623" y="90662"/>
                </a:lnTo>
                <a:close/>
              </a:path>
            </a:pathLst>
          </a:custGeom>
          <a:solidFill>
            <a:srgbClr val="FFFFFF"/>
          </a:solidFill>
        </p:spPr>
        <p:txBody>
          <a:bodyPr wrap="square" lIns="0" tIns="0" rIns="0" bIns="0" rtlCol="0"/>
          <a:lstStyle/>
          <a:p>
            <a:endParaRPr/>
          </a:p>
        </p:txBody>
      </p:sp>
      <p:sp>
        <p:nvSpPr>
          <p:cNvPr id="19" name="bg object 19"/>
          <p:cNvSpPr/>
          <p:nvPr/>
        </p:nvSpPr>
        <p:spPr>
          <a:xfrm>
            <a:off x="10541241" y="5339938"/>
            <a:ext cx="588645" cy="574040"/>
          </a:xfrm>
          <a:custGeom>
            <a:avLst/>
            <a:gdLst/>
            <a:ahLst/>
            <a:cxnLst/>
            <a:rect l="l" t="t" r="r" b="b"/>
            <a:pathLst>
              <a:path w="588645" h="574039">
                <a:moveTo>
                  <a:pt x="294068" y="0"/>
                </a:moveTo>
                <a:lnTo>
                  <a:pt x="251662" y="11307"/>
                </a:lnTo>
                <a:lnTo>
                  <a:pt x="178080" y="53697"/>
                </a:lnTo>
                <a:lnTo>
                  <a:pt x="146925" y="84834"/>
                </a:lnTo>
                <a:lnTo>
                  <a:pt x="135449" y="127280"/>
                </a:lnTo>
                <a:lnTo>
                  <a:pt x="135449" y="234137"/>
                </a:lnTo>
                <a:lnTo>
                  <a:pt x="42631" y="287964"/>
                </a:lnTo>
                <a:lnTo>
                  <a:pt x="24901" y="301538"/>
                </a:lnTo>
                <a:lnTo>
                  <a:pt x="11476" y="318963"/>
                </a:lnTo>
                <a:lnTo>
                  <a:pt x="2971" y="339214"/>
                </a:lnTo>
                <a:lnTo>
                  <a:pt x="0" y="361270"/>
                </a:lnTo>
                <a:lnTo>
                  <a:pt x="0" y="446291"/>
                </a:lnTo>
                <a:lnTo>
                  <a:pt x="11476" y="488753"/>
                </a:lnTo>
                <a:lnTo>
                  <a:pt x="42631" y="519884"/>
                </a:lnTo>
                <a:lnTo>
                  <a:pt x="116213" y="562263"/>
                </a:lnTo>
                <a:lnTo>
                  <a:pt x="158602" y="573704"/>
                </a:lnTo>
                <a:lnTo>
                  <a:pt x="169640" y="572977"/>
                </a:lnTo>
                <a:lnTo>
                  <a:pt x="180489" y="570812"/>
                </a:lnTo>
                <a:lnTo>
                  <a:pt x="191053" y="567233"/>
                </a:lnTo>
                <a:lnTo>
                  <a:pt x="201233" y="562263"/>
                </a:lnTo>
                <a:lnTo>
                  <a:pt x="261949" y="527293"/>
                </a:lnTo>
                <a:lnTo>
                  <a:pt x="158723" y="527293"/>
                </a:lnTo>
                <a:lnTo>
                  <a:pt x="148778" y="526026"/>
                </a:lnTo>
                <a:lnTo>
                  <a:pt x="65783" y="479845"/>
                </a:lnTo>
                <a:lnTo>
                  <a:pt x="46270" y="446291"/>
                </a:lnTo>
                <a:lnTo>
                  <a:pt x="46270" y="361270"/>
                </a:lnTo>
                <a:lnTo>
                  <a:pt x="47637" y="351318"/>
                </a:lnTo>
                <a:lnTo>
                  <a:pt x="51543" y="342098"/>
                </a:lnTo>
                <a:lnTo>
                  <a:pt x="57690" y="334145"/>
                </a:lnTo>
                <a:lnTo>
                  <a:pt x="65783" y="327996"/>
                </a:lnTo>
                <a:lnTo>
                  <a:pt x="135449" y="287721"/>
                </a:lnTo>
                <a:lnTo>
                  <a:pt x="181719" y="287721"/>
                </a:lnTo>
                <a:lnTo>
                  <a:pt x="181719" y="261171"/>
                </a:lnTo>
                <a:lnTo>
                  <a:pt x="268576" y="211261"/>
                </a:lnTo>
                <a:lnTo>
                  <a:pt x="276706" y="207899"/>
                </a:lnTo>
                <a:lnTo>
                  <a:pt x="181719" y="207899"/>
                </a:lnTo>
                <a:lnTo>
                  <a:pt x="181719" y="127280"/>
                </a:lnTo>
                <a:lnTo>
                  <a:pt x="201233" y="93729"/>
                </a:lnTo>
                <a:lnTo>
                  <a:pt x="274815" y="51374"/>
                </a:lnTo>
                <a:lnTo>
                  <a:pt x="294142" y="46305"/>
                </a:lnTo>
                <a:lnTo>
                  <a:pt x="397205" y="46305"/>
                </a:lnTo>
                <a:lnTo>
                  <a:pt x="336682" y="11307"/>
                </a:lnTo>
                <a:lnTo>
                  <a:pt x="315970" y="2826"/>
                </a:lnTo>
                <a:lnTo>
                  <a:pt x="294068" y="0"/>
                </a:lnTo>
                <a:close/>
              </a:path>
              <a:path w="588645" h="574039">
                <a:moveTo>
                  <a:pt x="386995" y="508963"/>
                </a:moveTo>
                <a:lnTo>
                  <a:pt x="294294" y="508963"/>
                </a:lnTo>
                <a:lnTo>
                  <a:pt x="386835" y="562263"/>
                </a:lnTo>
                <a:lnTo>
                  <a:pt x="397016" y="567233"/>
                </a:lnTo>
                <a:lnTo>
                  <a:pt x="407583" y="570812"/>
                </a:lnTo>
                <a:lnTo>
                  <a:pt x="418443" y="572977"/>
                </a:lnTo>
                <a:lnTo>
                  <a:pt x="429501" y="573704"/>
                </a:lnTo>
                <a:lnTo>
                  <a:pt x="440432" y="572977"/>
                </a:lnTo>
                <a:lnTo>
                  <a:pt x="451263" y="570812"/>
                </a:lnTo>
                <a:lnTo>
                  <a:pt x="461801" y="567233"/>
                </a:lnTo>
                <a:lnTo>
                  <a:pt x="471855" y="562263"/>
                </a:lnTo>
                <a:lnTo>
                  <a:pt x="532573" y="527293"/>
                </a:lnTo>
                <a:lnTo>
                  <a:pt x="429362" y="527293"/>
                </a:lnTo>
                <a:lnTo>
                  <a:pt x="419405" y="526026"/>
                </a:lnTo>
                <a:lnTo>
                  <a:pt x="409987" y="522224"/>
                </a:lnTo>
                <a:lnTo>
                  <a:pt x="386995" y="508963"/>
                </a:lnTo>
                <a:close/>
              </a:path>
              <a:path w="588645" h="574039">
                <a:moveTo>
                  <a:pt x="181719" y="287721"/>
                </a:moveTo>
                <a:lnTo>
                  <a:pt x="135449" y="287721"/>
                </a:lnTo>
                <a:lnTo>
                  <a:pt x="135449" y="361270"/>
                </a:lnTo>
                <a:lnTo>
                  <a:pt x="148576" y="409937"/>
                </a:lnTo>
                <a:lnTo>
                  <a:pt x="184319" y="445528"/>
                </a:lnTo>
                <a:lnTo>
                  <a:pt x="247503" y="482185"/>
                </a:lnTo>
                <a:lnTo>
                  <a:pt x="178080" y="522224"/>
                </a:lnTo>
                <a:lnTo>
                  <a:pt x="168668" y="526026"/>
                </a:lnTo>
                <a:lnTo>
                  <a:pt x="158723" y="527293"/>
                </a:lnTo>
                <a:lnTo>
                  <a:pt x="261949" y="527293"/>
                </a:lnTo>
                <a:lnTo>
                  <a:pt x="293774" y="508963"/>
                </a:lnTo>
                <a:lnTo>
                  <a:pt x="386995" y="508963"/>
                </a:lnTo>
                <a:lnTo>
                  <a:pt x="340564" y="482185"/>
                </a:lnTo>
                <a:lnTo>
                  <a:pt x="386304" y="455649"/>
                </a:lnTo>
                <a:lnTo>
                  <a:pt x="294051" y="455649"/>
                </a:lnTo>
                <a:lnTo>
                  <a:pt x="207472" y="405496"/>
                </a:lnTo>
                <a:lnTo>
                  <a:pt x="196751" y="397304"/>
                </a:lnTo>
                <a:lnTo>
                  <a:pt x="188643" y="386801"/>
                </a:lnTo>
                <a:lnTo>
                  <a:pt x="183511" y="374589"/>
                </a:lnTo>
                <a:lnTo>
                  <a:pt x="181720" y="361270"/>
                </a:lnTo>
                <a:lnTo>
                  <a:pt x="181719" y="287721"/>
                </a:lnTo>
                <a:close/>
              </a:path>
              <a:path w="588645" h="574039">
                <a:moveTo>
                  <a:pt x="545018" y="287721"/>
                </a:moveTo>
                <a:lnTo>
                  <a:pt x="452619" y="287721"/>
                </a:lnTo>
                <a:lnTo>
                  <a:pt x="522284" y="327996"/>
                </a:lnTo>
                <a:lnTo>
                  <a:pt x="530378" y="334145"/>
                </a:lnTo>
                <a:lnTo>
                  <a:pt x="536525" y="342098"/>
                </a:lnTo>
                <a:lnTo>
                  <a:pt x="540430" y="351318"/>
                </a:lnTo>
                <a:lnTo>
                  <a:pt x="541798" y="361270"/>
                </a:lnTo>
                <a:lnTo>
                  <a:pt x="541798" y="446291"/>
                </a:lnTo>
                <a:lnTo>
                  <a:pt x="540528" y="455649"/>
                </a:lnTo>
                <a:lnTo>
                  <a:pt x="540430" y="456368"/>
                </a:lnTo>
                <a:lnTo>
                  <a:pt x="448737" y="522224"/>
                </a:lnTo>
                <a:lnTo>
                  <a:pt x="429362" y="527293"/>
                </a:lnTo>
                <a:lnTo>
                  <a:pt x="532573" y="527293"/>
                </a:lnTo>
                <a:lnTo>
                  <a:pt x="576605" y="488753"/>
                </a:lnTo>
                <a:lnTo>
                  <a:pt x="588068" y="446291"/>
                </a:lnTo>
                <a:lnTo>
                  <a:pt x="588068" y="361270"/>
                </a:lnTo>
                <a:lnTo>
                  <a:pt x="585101" y="339214"/>
                </a:lnTo>
                <a:lnTo>
                  <a:pt x="576604" y="318963"/>
                </a:lnTo>
                <a:lnTo>
                  <a:pt x="563181" y="301538"/>
                </a:lnTo>
                <a:lnTo>
                  <a:pt x="545437" y="287964"/>
                </a:lnTo>
                <a:lnTo>
                  <a:pt x="545018" y="287721"/>
                </a:lnTo>
                <a:close/>
              </a:path>
              <a:path w="588645" h="574039">
                <a:moveTo>
                  <a:pt x="400383" y="204450"/>
                </a:moveTo>
                <a:lnTo>
                  <a:pt x="294081" y="204450"/>
                </a:lnTo>
                <a:lnTo>
                  <a:pt x="307281" y="206153"/>
                </a:lnTo>
                <a:lnTo>
                  <a:pt x="319768" y="211261"/>
                </a:lnTo>
                <a:lnTo>
                  <a:pt x="406348" y="261171"/>
                </a:lnTo>
                <a:lnTo>
                  <a:pt x="406348" y="361270"/>
                </a:lnTo>
                <a:lnTo>
                  <a:pt x="404557" y="374589"/>
                </a:lnTo>
                <a:lnTo>
                  <a:pt x="380596" y="405496"/>
                </a:lnTo>
                <a:lnTo>
                  <a:pt x="294051" y="455649"/>
                </a:lnTo>
                <a:lnTo>
                  <a:pt x="386304" y="455649"/>
                </a:lnTo>
                <a:lnTo>
                  <a:pt x="424106" y="429989"/>
                </a:lnTo>
                <a:lnTo>
                  <a:pt x="449146" y="386801"/>
                </a:lnTo>
                <a:lnTo>
                  <a:pt x="452619" y="361270"/>
                </a:lnTo>
                <a:lnTo>
                  <a:pt x="452619" y="287721"/>
                </a:lnTo>
                <a:lnTo>
                  <a:pt x="545018" y="287721"/>
                </a:lnTo>
                <a:lnTo>
                  <a:pt x="452618" y="234137"/>
                </a:lnTo>
                <a:lnTo>
                  <a:pt x="452618" y="207899"/>
                </a:lnTo>
                <a:lnTo>
                  <a:pt x="406348" y="207899"/>
                </a:lnTo>
                <a:lnTo>
                  <a:pt x="400383" y="204450"/>
                </a:lnTo>
                <a:close/>
              </a:path>
              <a:path w="588645" h="574039">
                <a:moveTo>
                  <a:pt x="294081" y="158153"/>
                </a:moveTo>
                <a:lnTo>
                  <a:pt x="269036" y="161422"/>
                </a:lnTo>
                <a:lnTo>
                  <a:pt x="245424" y="171229"/>
                </a:lnTo>
                <a:lnTo>
                  <a:pt x="181719" y="207899"/>
                </a:lnTo>
                <a:lnTo>
                  <a:pt x="276706" y="207899"/>
                </a:lnTo>
                <a:lnTo>
                  <a:pt x="280928" y="206153"/>
                </a:lnTo>
                <a:lnTo>
                  <a:pt x="294081" y="204450"/>
                </a:lnTo>
                <a:lnTo>
                  <a:pt x="400383" y="204450"/>
                </a:lnTo>
                <a:lnTo>
                  <a:pt x="342921" y="171229"/>
                </a:lnTo>
                <a:lnTo>
                  <a:pt x="319172" y="161422"/>
                </a:lnTo>
                <a:lnTo>
                  <a:pt x="294081" y="158153"/>
                </a:lnTo>
                <a:close/>
              </a:path>
              <a:path w="588645" h="574039">
                <a:moveTo>
                  <a:pt x="397205" y="46305"/>
                </a:moveTo>
                <a:lnTo>
                  <a:pt x="294142" y="46305"/>
                </a:lnTo>
                <a:lnTo>
                  <a:pt x="304015" y="47573"/>
                </a:lnTo>
                <a:lnTo>
                  <a:pt x="313287" y="51374"/>
                </a:lnTo>
                <a:lnTo>
                  <a:pt x="386835" y="93729"/>
                </a:lnTo>
                <a:lnTo>
                  <a:pt x="406348" y="127280"/>
                </a:lnTo>
                <a:lnTo>
                  <a:pt x="406348" y="207899"/>
                </a:lnTo>
                <a:lnTo>
                  <a:pt x="452618" y="207899"/>
                </a:lnTo>
                <a:lnTo>
                  <a:pt x="452618" y="127280"/>
                </a:lnTo>
                <a:lnTo>
                  <a:pt x="441155" y="84834"/>
                </a:lnTo>
                <a:lnTo>
                  <a:pt x="409987" y="53697"/>
                </a:lnTo>
                <a:lnTo>
                  <a:pt x="397205" y="46305"/>
                </a:lnTo>
                <a:close/>
              </a:path>
            </a:pathLst>
          </a:custGeom>
          <a:solidFill>
            <a:srgbClr val="FFFFFF"/>
          </a:solidFill>
        </p:spPr>
        <p:txBody>
          <a:bodyPr wrap="square" lIns="0" tIns="0" rIns="0" bIns="0" rtlCol="0"/>
          <a:lstStyle/>
          <a:p>
            <a:endParaRPr/>
          </a:p>
        </p:txBody>
      </p:sp>
      <p:pic>
        <p:nvPicPr>
          <p:cNvPr id="20" name="bg object 20"/>
          <p:cNvPicPr/>
          <p:nvPr/>
        </p:nvPicPr>
        <p:blipFill>
          <a:blip r:embed="rId3" cstate="print"/>
          <a:stretch>
            <a:fillRect/>
          </a:stretch>
        </p:blipFill>
        <p:spPr>
          <a:xfrm>
            <a:off x="9519786" y="5516367"/>
            <a:ext cx="909400" cy="319797"/>
          </a:xfrm>
          <a:prstGeom prst="rect">
            <a:avLst/>
          </a:prstGeom>
        </p:spPr>
      </p:pic>
      <p:sp>
        <p:nvSpPr>
          <p:cNvPr id="2" name="Holder 2"/>
          <p:cNvSpPr>
            <a:spLocks noGrp="1"/>
          </p:cNvSpPr>
          <p:nvPr>
            <p:ph type="title"/>
          </p:nvPr>
        </p:nvSpPr>
        <p:spPr/>
        <p:txBody>
          <a:bodyPr lIns="0" tIns="0" rIns="0" bIns="0"/>
          <a:lstStyle>
            <a:lvl1pPr>
              <a:defRPr sz="1800" b="1" i="0">
                <a:solidFill>
                  <a:srgbClr val="221BFF"/>
                </a:solidFill>
                <a:latin typeface="Segoe UI"/>
                <a:cs typeface="Segoe UI"/>
              </a:defRPr>
            </a:lvl1pPr>
          </a:lstStyle>
          <a:p>
            <a:endParaRPr/>
          </a:p>
        </p:txBody>
      </p:sp>
      <p:sp>
        <p:nvSpPr>
          <p:cNvPr id="3" name="Holder 3"/>
          <p:cNvSpPr>
            <a:spLocks noGrp="1"/>
          </p:cNvSpPr>
          <p:nvPr>
            <p:ph type="ftr" sz="quarter" idx="5"/>
          </p:nvPr>
        </p:nvSpPr>
        <p:spPr/>
        <p:txBody>
          <a:bodyPr lIns="0" tIns="0" rIns="0" bIns="0"/>
          <a:lstStyle>
            <a:lvl1pPr>
              <a:defRPr sz="800" b="0" i="0">
                <a:solidFill>
                  <a:srgbClr val="7E7E7E"/>
                </a:solidFill>
                <a:latin typeface="Segoe UI"/>
                <a:cs typeface="Segoe UI"/>
              </a:defRPr>
            </a:lvl1pPr>
          </a:lstStyle>
          <a:p>
            <a:pPr marL="12700">
              <a:lnSpc>
                <a:spcPct val="100000"/>
              </a:lnSpc>
              <a:spcBef>
                <a:spcPts val="165"/>
              </a:spcBef>
            </a:pPr>
            <a:r>
              <a:rPr dirty="0"/>
              <a:t>1</a:t>
            </a:r>
            <a:r>
              <a:rPr spc="70" dirty="0"/>
              <a:t> </a:t>
            </a:r>
            <a:r>
              <a:rPr dirty="0"/>
              <a:t>Q</a:t>
            </a:r>
            <a:r>
              <a:rPr spc="85" dirty="0"/>
              <a:t> </a:t>
            </a:r>
            <a:r>
              <a:rPr dirty="0"/>
              <a:t>2</a:t>
            </a:r>
            <a:r>
              <a:rPr spc="75" dirty="0"/>
              <a:t> </a:t>
            </a:r>
            <a:r>
              <a:rPr dirty="0"/>
              <a:t>0</a:t>
            </a:r>
            <a:r>
              <a:rPr spc="75" dirty="0"/>
              <a:t> </a:t>
            </a:r>
            <a:r>
              <a:rPr dirty="0"/>
              <a:t>2</a:t>
            </a:r>
            <a:r>
              <a:rPr spc="75" dirty="0"/>
              <a:t> </a:t>
            </a:r>
            <a:r>
              <a:rPr dirty="0"/>
              <a:t>5</a:t>
            </a:r>
            <a:r>
              <a:rPr spc="204" dirty="0"/>
              <a:t>  </a:t>
            </a:r>
            <a:r>
              <a:rPr dirty="0"/>
              <a:t>R</a:t>
            </a:r>
            <a:r>
              <a:rPr spc="75" dirty="0"/>
              <a:t> </a:t>
            </a:r>
            <a:r>
              <a:rPr dirty="0"/>
              <a:t>e</a:t>
            </a:r>
            <a:r>
              <a:rPr spc="80" dirty="0"/>
              <a:t> </a:t>
            </a:r>
            <a:r>
              <a:rPr dirty="0"/>
              <a:t>s</a:t>
            </a:r>
            <a:r>
              <a:rPr spc="70" dirty="0"/>
              <a:t> </a:t>
            </a:r>
            <a:r>
              <a:rPr dirty="0"/>
              <a:t>u</a:t>
            </a:r>
            <a:r>
              <a:rPr spc="80" dirty="0"/>
              <a:t> </a:t>
            </a:r>
            <a:r>
              <a:rPr dirty="0"/>
              <a:t>l</a:t>
            </a:r>
            <a:r>
              <a:rPr spc="75" dirty="0"/>
              <a:t> </a:t>
            </a:r>
            <a:r>
              <a:rPr dirty="0"/>
              <a:t>t</a:t>
            </a:r>
            <a:r>
              <a:rPr spc="80" dirty="0"/>
              <a:t> </a:t>
            </a:r>
            <a:r>
              <a:rPr dirty="0"/>
              <a:t>s</a:t>
            </a:r>
            <a:r>
              <a:rPr spc="190" dirty="0"/>
              <a:t>  </a:t>
            </a:r>
            <a:r>
              <a:rPr dirty="0"/>
              <a:t>P</a:t>
            </a:r>
            <a:r>
              <a:rPr spc="85" dirty="0"/>
              <a:t> </a:t>
            </a:r>
            <a:r>
              <a:rPr dirty="0"/>
              <a:t>r</a:t>
            </a:r>
            <a:r>
              <a:rPr spc="75" dirty="0"/>
              <a:t> </a:t>
            </a:r>
            <a:r>
              <a:rPr dirty="0"/>
              <a:t>e</a:t>
            </a:r>
            <a:r>
              <a:rPr spc="80" dirty="0"/>
              <a:t> </a:t>
            </a:r>
            <a:r>
              <a:rPr dirty="0"/>
              <a:t>s</a:t>
            </a:r>
            <a:r>
              <a:rPr spc="70" dirty="0"/>
              <a:t> </a:t>
            </a:r>
            <a:r>
              <a:rPr dirty="0"/>
              <a:t>e</a:t>
            </a:r>
            <a:r>
              <a:rPr spc="80" dirty="0"/>
              <a:t> </a:t>
            </a:r>
            <a:r>
              <a:rPr dirty="0"/>
              <a:t>n</a:t>
            </a:r>
            <a:r>
              <a:rPr spc="80" dirty="0"/>
              <a:t> </a:t>
            </a:r>
            <a:r>
              <a:rPr dirty="0"/>
              <a:t>t</a:t>
            </a:r>
            <a:r>
              <a:rPr spc="75" dirty="0"/>
              <a:t> </a:t>
            </a:r>
            <a:r>
              <a:rPr dirty="0"/>
              <a:t>a</a:t>
            </a:r>
            <a:r>
              <a:rPr spc="75" dirty="0"/>
              <a:t> </a:t>
            </a:r>
            <a:r>
              <a:rPr dirty="0"/>
              <a:t>t</a:t>
            </a:r>
            <a:r>
              <a:rPr spc="80" dirty="0"/>
              <a:t> </a:t>
            </a:r>
            <a:r>
              <a:rPr dirty="0"/>
              <a:t>i</a:t>
            </a:r>
            <a:r>
              <a:rPr spc="75" dirty="0"/>
              <a:t> </a:t>
            </a:r>
            <a:r>
              <a:rPr dirty="0"/>
              <a:t>o</a:t>
            </a:r>
            <a:r>
              <a:rPr spc="75" dirty="0"/>
              <a:t> </a:t>
            </a:r>
            <a:r>
              <a:rPr spc="-50" dirty="0"/>
              <a:t>n</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9/15/2025</a:t>
            </a:fld>
            <a:endParaRPr lang="en-US"/>
          </a:p>
        </p:txBody>
      </p:sp>
      <p:sp>
        <p:nvSpPr>
          <p:cNvPr id="5" name="Holder 5"/>
          <p:cNvSpPr>
            <a:spLocks noGrp="1"/>
          </p:cNvSpPr>
          <p:nvPr>
            <p:ph type="sldNum" sz="quarter" idx="7"/>
          </p:nvPr>
        </p:nvSpPr>
        <p:spPr/>
        <p:txBody>
          <a:bodyPr lIns="0" tIns="0" rIns="0" bIns="0"/>
          <a:lstStyle>
            <a:lvl1pPr>
              <a:defRPr sz="900" b="0" i="0">
                <a:solidFill>
                  <a:srgbClr val="7E7E7E"/>
                </a:solidFill>
                <a:latin typeface="Segoe UI"/>
                <a:cs typeface="Segoe UI"/>
              </a:defRPr>
            </a:lvl1pPr>
          </a:lstStyle>
          <a:p>
            <a:pPr marL="111760">
              <a:lnSpc>
                <a:spcPct val="100000"/>
              </a:lnSpc>
              <a:spcBef>
                <a:spcPts val="170"/>
              </a:spcBef>
            </a:pPr>
            <a:fld id="{81D60167-4931-47E6-BA6A-407CBD079E47}" type="slidenum">
              <a:rPr spc="-50" dirty="0"/>
              <a:t>‹#›</a:t>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800" b="0" i="0">
                <a:solidFill>
                  <a:srgbClr val="7E7E7E"/>
                </a:solidFill>
                <a:latin typeface="Segoe UI"/>
                <a:cs typeface="Segoe UI"/>
              </a:defRPr>
            </a:lvl1pPr>
          </a:lstStyle>
          <a:p>
            <a:pPr marL="12700">
              <a:lnSpc>
                <a:spcPct val="100000"/>
              </a:lnSpc>
              <a:spcBef>
                <a:spcPts val="165"/>
              </a:spcBef>
            </a:pPr>
            <a:r>
              <a:rPr dirty="0"/>
              <a:t>1</a:t>
            </a:r>
            <a:r>
              <a:rPr spc="70" dirty="0"/>
              <a:t> </a:t>
            </a:r>
            <a:r>
              <a:rPr dirty="0"/>
              <a:t>Q</a:t>
            </a:r>
            <a:r>
              <a:rPr spc="85" dirty="0"/>
              <a:t> </a:t>
            </a:r>
            <a:r>
              <a:rPr dirty="0"/>
              <a:t>2</a:t>
            </a:r>
            <a:r>
              <a:rPr spc="75" dirty="0"/>
              <a:t> </a:t>
            </a:r>
            <a:r>
              <a:rPr dirty="0"/>
              <a:t>0</a:t>
            </a:r>
            <a:r>
              <a:rPr spc="75" dirty="0"/>
              <a:t> </a:t>
            </a:r>
            <a:r>
              <a:rPr dirty="0"/>
              <a:t>2</a:t>
            </a:r>
            <a:r>
              <a:rPr spc="75" dirty="0"/>
              <a:t> </a:t>
            </a:r>
            <a:r>
              <a:rPr dirty="0"/>
              <a:t>5</a:t>
            </a:r>
            <a:r>
              <a:rPr spc="204" dirty="0"/>
              <a:t>  </a:t>
            </a:r>
            <a:r>
              <a:rPr dirty="0"/>
              <a:t>R</a:t>
            </a:r>
            <a:r>
              <a:rPr spc="75" dirty="0"/>
              <a:t> </a:t>
            </a:r>
            <a:r>
              <a:rPr dirty="0"/>
              <a:t>e</a:t>
            </a:r>
            <a:r>
              <a:rPr spc="80" dirty="0"/>
              <a:t> </a:t>
            </a:r>
            <a:r>
              <a:rPr dirty="0"/>
              <a:t>s</a:t>
            </a:r>
            <a:r>
              <a:rPr spc="70" dirty="0"/>
              <a:t> </a:t>
            </a:r>
            <a:r>
              <a:rPr dirty="0"/>
              <a:t>u</a:t>
            </a:r>
            <a:r>
              <a:rPr spc="80" dirty="0"/>
              <a:t> </a:t>
            </a:r>
            <a:r>
              <a:rPr dirty="0"/>
              <a:t>l</a:t>
            </a:r>
            <a:r>
              <a:rPr spc="75" dirty="0"/>
              <a:t> </a:t>
            </a:r>
            <a:r>
              <a:rPr dirty="0"/>
              <a:t>t</a:t>
            </a:r>
            <a:r>
              <a:rPr spc="80" dirty="0"/>
              <a:t> </a:t>
            </a:r>
            <a:r>
              <a:rPr dirty="0"/>
              <a:t>s</a:t>
            </a:r>
            <a:r>
              <a:rPr spc="190" dirty="0"/>
              <a:t>  </a:t>
            </a:r>
            <a:r>
              <a:rPr dirty="0"/>
              <a:t>P</a:t>
            </a:r>
            <a:r>
              <a:rPr spc="85" dirty="0"/>
              <a:t> </a:t>
            </a:r>
            <a:r>
              <a:rPr dirty="0"/>
              <a:t>r</a:t>
            </a:r>
            <a:r>
              <a:rPr spc="75" dirty="0"/>
              <a:t> </a:t>
            </a:r>
            <a:r>
              <a:rPr dirty="0"/>
              <a:t>e</a:t>
            </a:r>
            <a:r>
              <a:rPr spc="80" dirty="0"/>
              <a:t> </a:t>
            </a:r>
            <a:r>
              <a:rPr dirty="0"/>
              <a:t>s</a:t>
            </a:r>
            <a:r>
              <a:rPr spc="70" dirty="0"/>
              <a:t> </a:t>
            </a:r>
            <a:r>
              <a:rPr dirty="0"/>
              <a:t>e</a:t>
            </a:r>
            <a:r>
              <a:rPr spc="80" dirty="0"/>
              <a:t> </a:t>
            </a:r>
            <a:r>
              <a:rPr dirty="0"/>
              <a:t>n</a:t>
            </a:r>
            <a:r>
              <a:rPr spc="80" dirty="0"/>
              <a:t> </a:t>
            </a:r>
            <a:r>
              <a:rPr dirty="0"/>
              <a:t>t</a:t>
            </a:r>
            <a:r>
              <a:rPr spc="75" dirty="0"/>
              <a:t> </a:t>
            </a:r>
            <a:r>
              <a:rPr dirty="0"/>
              <a:t>a</a:t>
            </a:r>
            <a:r>
              <a:rPr spc="75" dirty="0"/>
              <a:t> </a:t>
            </a:r>
            <a:r>
              <a:rPr dirty="0"/>
              <a:t>t</a:t>
            </a:r>
            <a:r>
              <a:rPr spc="80" dirty="0"/>
              <a:t> </a:t>
            </a:r>
            <a:r>
              <a:rPr dirty="0"/>
              <a:t>i</a:t>
            </a:r>
            <a:r>
              <a:rPr spc="75" dirty="0"/>
              <a:t> </a:t>
            </a:r>
            <a:r>
              <a:rPr dirty="0"/>
              <a:t>o</a:t>
            </a:r>
            <a:r>
              <a:rPr spc="75" dirty="0"/>
              <a:t> </a:t>
            </a:r>
            <a:r>
              <a:rPr spc="-50" dirty="0"/>
              <a:t>n</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9/15/2025</a:t>
            </a:fld>
            <a:endParaRPr lang="en-US"/>
          </a:p>
        </p:txBody>
      </p:sp>
      <p:sp>
        <p:nvSpPr>
          <p:cNvPr id="4" name="Holder 4"/>
          <p:cNvSpPr>
            <a:spLocks noGrp="1"/>
          </p:cNvSpPr>
          <p:nvPr>
            <p:ph type="sldNum" sz="quarter" idx="7"/>
          </p:nvPr>
        </p:nvSpPr>
        <p:spPr/>
        <p:txBody>
          <a:bodyPr lIns="0" tIns="0" rIns="0" bIns="0"/>
          <a:lstStyle>
            <a:lvl1pPr>
              <a:defRPr sz="900" b="0" i="0">
                <a:solidFill>
                  <a:srgbClr val="7E7E7E"/>
                </a:solidFill>
                <a:latin typeface="Segoe UI"/>
                <a:cs typeface="Segoe UI"/>
              </a:defRPr>
            </a:lvl1pPr>
          </a:lstStyle>
          <a:p>
            <a:pPr marL="111760">
              <a:lnSpc>
                <a:spcPct val="100000"/>
              </a:lnSpc>
              <a:spcBef>
                <a:spcPts val="170"/>
              </a:spcBef>
            </a:pPr>
            <a:fld id="{81D60167-4931-47E6-BA6A-407CBD079E47}" type="slidenum">
              <a:rPr spc="-50" dirty="0"/>
              <a:t>‹#›</a:t>
            </a:fld>
            <a:endParaRPr spc="-5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11483916" y="6448845"/>
            <a:ext cx="217269" cy="211420"/>
          </a:xfrm>
          <a:prstGeom prst="rect">
            <a:avLst/>
          </a:prstGeom>
        </p:spPr>
      </p:pic>
      <p:sp>
        <p:nvSpPr>
          <p:cNvPr id="2" name="Holder 2"/>
          <p:cNvSpPr>
            <a:spLocks noGrp="1"/>
          </p:cNvSpPr>
          <p:nvPr>
            <p:ph type="title"/>
          </p:nvPr>
        </p:nvSpPr>
        <p:spPr>
          <a:xfrm>
            <a:off x="282956" y="260730"/>
            <a:ext cx="11113770" cy="299720"/>
          </a:xfrm>
          <a:prstGeom prst="rect">
            <a:avLst/>
          </a:prstGeom>
        </p:spPr>
        <p:txBody>
          <a:bodyPr wrap="square" lIns="0" tIns="0" rIns="0" bIns="0">
            <a:spAutoFit/>
          </a:bodyPr>
          <a:lstStyle>
            <a:lvl1pPr>
              <a:defRPr sz="1800" b="1" i="0">
                <a:solidFill>
                  <a:srgbClr val="221BFF"/>
                </a:solidFill>
                <a:latin typeface="Segoe UI"/>
                <a:cs typeface="Segoe UI"/>
              </a:defRPr>
            </a:lvl1pPr>
          </a:lstStyle>
          <a:p>
            <a:endParaRPr/>
          </a:p>
        </p:txBody>
      </p:sp>
      <p:sp>
        <p:nvSpPr>
          <p:cNvPr id="3" name="Holder 3"/>
          <p:cNvSpPr>
            <a:spLocks noGrp="1"/>
          </p:cNvSpPr>
          <p:nvPr>
            <p:ph type="body" idx="1"/>
          </p:nvPr>
        </p:nvSpPr>
        <p:spPr>
          <a:xfrm>
            <a:off x="627532" y="1630816"/>
            <a:ext cx="5142230" cy="1482089"/>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558190" y="6455613"/>
            <a:ext cx="2303780" cy="161290"/>
          </a:xfrm>
          <a:prstGeom prst="rect">
            <a:avLst/>
          </a:prstGeom>
        </p:spPr>
        <p:txBody>
          <a:bodyPr wrap="square" lIns="0" tIns="0" rIns="0" bIns="0">
            <a:spAutoFit/>
          </a:bodyPr>
          <a:lstStyle>
            <a:lvl1pPr>
              <a:defRPr sz="800" b="0" i="0">
                <a:solidFill>
                  <a:srgbClr val="7E7E7E"/>
                </a:solidFill>
                <a:latin typeface="Segoe UI"/>
                <a:cs typeface="Segoe UI"/>
              </a:defRPr>
            </a:lvl1pPr>
          </a:lstStyle>
          <a:p>
            <a:pPr marL="12700">
              <a:lnSpc>
                <a:spcPct val="100000"/>
              </a:lnSpc>
              <a:spcBef>
                <a:spcPts val="165"/>
              </a:spcBef>
            </a:pPr>
            <a:r>
              <a:rPr dirty="0"/>
              <a:t>1</a:t>
            </a:r>
            <a:r>
              <a:rPr spc="70" dirty="0"/>
              <a:t> </a:t>
            </a:r>
            <a:r>
              <a:rPr dirty="0"/>
              <a:t>Q</a:t>
            </a:r>
            <a:r>
              <a:rPr spc="85" dirty="0"/>
              <a:t> </a:t>
            </a:r>
            <a:r>
              <a:rPr dirty="0"/>
              <a:t>2</a:t>
            </a:r>
            <a:r>
              <a:rPr spc="75" dirty="0"/>
              <a:t> </a:t>
            </a:r>
            <a:r>
              <a:rPr dirty="0"/>
              <a:t>0</a:t>
            </a:r>
            <a:r>
              <a:rPr spc="75" dirty="0"/>
              <a:t> </a:t>
            </a:r>
            <a:r>
              <a:rPr dirty="0"/>
              <a:t>2</a:t>
            </a:r>
            <a:r>
              <a:rPr spc="75" dirty="0"/>
              <a:t> </a:t>
            </a:r>
            <a:r>
              <a:rPr dirty="0"/>
              <a:t>5</a:t>
            </a:r>
            <a:r>
              <a:rPr spc="204" dirty="0"/>
              <a:t>  </a:t>
            </a:r>
            <a:r>
              <a:rPr dirty="0"/>
              <a:t>R</a:t>
            </a:r>
            <a:r>
              <a:rPr spc="75" dirty="0"/>
              <a:t> </a:t>
            </a:r>
            <a:r>
              <a:rPr dirty="0"/>
              <a:t>e</a:t>
            </a:r>
            <a:r>
              <a:rPr spc="80" dirty="0"/>
              <a:t> </a:t>
            </a:r>
            <a:r>
              <a:rPr dirty="0"/>
              <a:t>s</a:t>
            </a:r>
            <a:r>
              <a:rPr spc="70" dirty="0"/>
              <a:t> </a:t>
            </a:r>
            <a:r>
              <a:rPr dirty="0"/>
              <a:t>u</a:t>
            </a:r>
            <a:r>
              <a:rPr spc="80" dirty="0"/>
              <a:t> </a:t>
            </a:r>
            <a:r>
              <a:rPr dirty="0"/>
              <a:t>l</a:t>
            </a:r>
            <a:r>
              <a:rPr spc="75" dirty="0"/>
              <a:t> </a:t>
            </a:r>
            <a:r>
              <a:rPr dirty="0"/>
              <a:t>t</a:t>
            </a:r>
            <a:r>
              <a:rPr spc="80" dirty="0"/>
              <a:t> </a:t>
            </a:r>
            <a:r>
              <a:rPr dirty="0"/>
              <a:t>s</a:t>
            </a:r>
            <a:r>
              <a:rPr spc="190" dirty="0"/>
              <a:t>  </a:t>
            </a:r>
            <a:r>
              <a:rPr dirty="0"/>
              <a:t>P</a:t>
            </a:r>
            <a:r>
              <a:rPr spc="85" dirty="0"/>
              <a:t> </a:t>
            </a:r>
            <a:r>
              <a:rPr dirty="0"/>
              <a:t>r</a:t>
            </a:r>
            <a:r>
              <a:rPr spc="75" dirty="0"/>
              <a:t> </a:t>
            </a:r>
            <a:r>
              <a:rPr dirty="0"/>
              <a:t>e</a:t>
            </a:r>
            <a:r>
              <a:rPr spc="80" dirty="0"/>
              <a:t> </a:t>
            </a:r>
            <a:r>
              <a:rPr dirty="0"/>
              <a:t>s</a:t>
            </a:r>
            <a:r>
              <a:rPr spc="70" dirty="0"/>
              <a:t> </a:t>
            </a:r>
            <a:r>
              <a:rPr dirty="0"/>
              <a:t>e</a:t>
            </a:r>
            <a:r>
              <a:rPr spc="80" dirty="0"/>
              <a:t> </a:t>
            </a:r>
            <a:r>
              <a:rPr dirty="0"/>
              <a:t>n</a:t>
            </a:r>
            <a:r>
              <a:rPr spc="80" dirty="0"/>
              <a:t> </a:t>
            </a:r>
            <a:r>
              <a:rPr dirty="0"/>
              <a:t>t</a:t>
            </a:r>
            <a:r>
              <a:rPr spc="75" dirty="0"/>
              <a:t> </a:t>
            </a:r>
            <a:r>
              <a:rPr dirty="0"/>
              <a:t>a</a:t>
            </a:r>
            <a:r>
              <a:rPr spc="75" dirty="0"/>
              <a:t> </a:t>
            </a:r>
            <a:r>
              <a:rPr dirty="0"/>
              <a:t>t</a:t>
            </a:r>
            <a:r>
              <a:rPr spc="80" dirty="0"/>
              <a:t> </a:t>
            </a:r>
            <a:r>
              <a:rPr dirty="0"/>
              <a:t>i</a:t>
            </a:r>
            <a:r>
              <a:rPr spc="75" dirty="0"/>
              <a:t> </a:t>
            </a:r>
            <a:r>
              <a:rPr dirty="0"/>
              <a:t>o</a:t>
            </a:r>
            <a:r>
              <a:rPr spc="75" dirty="0"/>
              <a:t> </a:t>
            </a:r>
            <a:r>
              <a:rPr spc="-50" dirty="0"/>
              <a:t>n</a:t>
            </a: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9/15/2025</a:t>
            </a:fld>
            <a:endParaRPr lang="en-US"/>
          </a:p>
        </p:txBody>
      </p:sp>
      <p:sp>
        <p:nvSpPr>
          <p:cNvPr id="6" name="Holder 6"/>
          <p:cNvSpPr>
            <a:spLocks noGrp="1"/>
          </p:cNvSpPr>
          <p:nvPr>
            <p:ph type="sldNum" sz="quarter" idx="7"/>
          </p:nvPr>
        </p:nvSpPr>
        <p:spPr>
          <a:xfrm>
            <a:off x="4284979" y="6447028"/>
            <a:ext cx="262254" cy="177800"/>
          </a:xfrm>
          <a:prstGeom prst="rect">
            <a:avLst/>
          </a:prstGeom>
        </p:spPr>
        <p:txBody>
          <a:bodyPr wrap="square" lIns="0" tIns="0" rIns="0" bIns="0">
            <a:spAutoFit/>
          </a:bodyPr>
          <a:lstStyle>
            <a:lvl1pPr>
              <a:defRPr sz="900" b="0" i="0">
                <a:solidFill>
                  <a:srgbClr val="7E7E7E"/>
                </a:solidFill>
                <a:latin typeface="Segoe UI"/>
                <a:cs typeface="Segoe UI"/>
              </a:defRPr>
            </a:lvl1pPr>
          </a:lstStyle>
          <a:p>
            <a:pPr marL="111760">
              <a:lnSpc>
                <a:spcPct val="100000"/>
              </a:lnSpc>
              <a:spcBef>
                <a:spcPts val="170"/>
              </a:spcBef>
            </a:pPr>
            <a:fld id="{81D60167-4931-47E6-BA6A-407CBD079E47}" type="slidenum">
              <a:rPr spc="-50" dirty="0"/>
              <a:t>‹#›</a:t>
            </a:fld>
            <a:endParaRPr spc="-50" dirty="0"/>
          </a:p>
        </p:txBody>
      </p:sp>
      <p:sp>
        <p:nvSpPr>
          <p:cNvPr id="8" name="TextBox 7">
            <a:extLst>
              <a:ext uri="{FF2B5EF4-FFF2-40B4-BE49-F238E27FC236}">
                <a16:creationId xmlns:a16="http://schemas.microsoft.com/office/drawing/2014/main" id="{4043A88E-C253-C725-A8FB-38D59CC877C0}"/>
              </a:ext>
            </a:extLst>
          </p:cNvPr>
          <p:cNvSpPr txBox="1"/>
          <p:nvPr userDrawn="1">
            <p:extLst>
              <p:ext uri="{1162E1C5-73C7-4A58-AE30-91384D911F3F}">
                <p184:classification xmlns:p184="http://schemas.microsoft.com/office/powerpoint/2018/4/main" val="ftr"/>
              </p:ext>
            </p:extLst>
          </p:nvPr>
        </p:nvSpPr>
        <p:spPr>
          <a:xfrm>
            <a:off x="5495925" y="6642100"/>
            <a:ext cx="1228725" cy="152400"/>
          </a:xfrm>
          <a:prstGeom prst="rect">
            <a:avLst/>
          </a:prstGeom>
        </p:spPr>
        <p:txBody>
          <a:bodyPr horzOverflow="overflow" lIns="0" tIns="0" rIns="0" bIns="0">
            <a:spAutoFit/>
          </a:bodyPr>
          <a:lstStyle/>
          <a:p>
            <a:pPr algn="l"/>
            <a:r>
              <a:rPr lang="en-US" sz="1000">
                <a:solidFill>
                  <a:srgbClr val="FFFF00">
                    <a:alpha val="50000"/>
                  </a:srgbClr>
                </a:solidFill>
                <a:latin typeface="Calibri" panose="020F0502020204030204" pitchFamily="34" charset="0"/>
                <a:ea typeface="Calibri" panose="020F0502020204030204" pitchFamily="34" charset="0"/>
                <a:cs typeface="Calibri" panose="020F0502020204030204" pitchFamily="34" charset="0"/>
              </a:rPr>
              <a:t>Ejada Internal Use Only</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5.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533400" y="650466"/>
            <a:ext cx="5870652" cy="1594667"/>
          </a:xfrm>
          <a:prstGeom prst="rect">
            <a:avLst/>
          </a:prstGeom>
        </p:spPr>
        <p:txBody>
          <a:bodyPr vert="horz" wrap="square" lIns="0" tIns="106045" rIns="0" bIns="0" rtlCol="0">
            <a:spAutoFit/>
          </a:bodyPr>
          <a:lstStyle/>
          <a:p>
            <a:pPr marL="12700" marR="5080">
              <a:lnSpc>
                <a:spcPts val="5830"/>
              </a:lnSpc>
              <a:spcBef>
                <a:spcPts val="835"/>
              </a:spcBef>
            </a:pPr>
            <a:r>
              <a:rPr lang="en-US" sz="5400" dirty="0">
                <a:solidFill>
                  <a:srgbClr val="FFFFFF"/>
                </a:solidFill>
              </a:rPr>
              <a:t>Api Marketplace </a:t>
            </a:r>
            <a:br>
              <a:rPr lang="en-US" sz="5400" dirty="0">
                <a:solidFill>
                  <a:srgbClr val="FFFFFF"/>
                </a:solidFill>
              </a:rPr>
            </a:br>
            <a:r>
              <a:rPr lang="en-US" sz="5400" dirty="0">
                <a:solidFill>
                  <a:srgbClr val="FFFFFF"/>
                </a:solidFill>
              </a:rPr>
              <a:t>“Golden Wallet”</a:t>
            </a:r>
            <a:endParaRPr sz="5400" dirty="0"/>
          </a:p>
        </p:txBody>
      </p:sp>
      <p:graphicFrame>
        <p:nvGraphicFramePr>
          <p:cNvPr id="5" name="object 3"/>
          <p:cNvGraphicFramePr>
            <a:graphicFrameLocks noGrp="1"/>
          </p:cNvGraphicFramePr>
          <p:nvPr>
            <p:extLst>
              <p:ext uri="{D42A27DB-BD31-4B8C-83A1-F6EECF244321}">
                <p14:modId xmlns:p14="http://schemas.microsoft.com/office/powerpoint/2010/main" val="2582719334"/>
              </p:ext>
            </p:extLst>
          </p:nvPr>
        </p:nvGraphicFramePr>
        <p:xfrm>
          <a:off x="6477000" y="2438400"/>
          <a:ext cx="5097780" cy="2218690"/>
        </p:xfrm>
        <a:graphic>
          <a:graphicData uri="http://schemas.openxmlformats.org/drawingml/2006/table">
            <a:tbl>
              <a:tblPr firstRow="1" bandRow="1">
                <a:tableStyleId>{2D5ABB26-0587-4C30-8999-92F81FD0307C}</a:tableStyleId>
              </a:tblPr>
              <a:tblGrid>
                <a:gridCol w="780415">
                  <a:extLst>
                    <a:ext uri="{9D8B030D-6E8A-4147-A177-3AD203B41FA5}">
                      <a16:colId xmlns:a16="http://schemas.microsoft.com/office/drawing/2014/main" val="20000"/>
                    </a:ext>
                  </a:extLst>
                </a:gridCol>
                <a:gridCol w="4317365">
                  <a:extLst>
                    <a:ext uri="{9D8B030D-6E8A-4147-A177-3AD203B41FA5}">
                      <a16:colId xmlns:a16="http://schemas.microsoft.com/office/drawing/2014/main" val="20001"/>
                    </a:ext>
                  </a:extLst>
                </a:gridCol>
              </a:tblGrid>
              <a:tr h="0">
                <a:tc>
                  <a:txBody>
                    <a:bodyPr/>
                    <a:lstStyle/>
                    <a:p>
                      <a:pPr marL="92075">
                        <a:lnSpc>
                          <a:spcPct val="100000"/>
                        </a:lnSpc>
                        <a:spcBef>
                          <a:spcPts val="190"/>
                        </a:spcBef>
                      </a:pPr>
                      <a:r>
                        <a:rPr lang="en-US" sz="2400" b="1" spc="-25" dirty="0">
                          <a:solidFill>
                            <a:srgbClr val="211AFA"/>
                          </a:solidFill>
                        </a:rPr>
                        <a:t>1</a:t>
                      </a:r>
                      <a:endParaRPr sz="2400" dirty="0">
                        <a:latin typeface="Segoe UI"/>
                        <a:cs typeface="Segoe UI"/>
                      </a:endParaRPr>
                    </a:p>
                  </a:txBody>
                  <a:tcPr marL="0" marR="0" marT="2413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17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2700000" scaled="1"/>
                      <a:tileRect/>
                    </a:gradFill>
                  </a:tcPr>
                </a:tc>
                <a:tc>
                  <a:txBody>
                    <a:bodyPr/>
                    <a:lstStyle/>
                    <a:p>
                      <a:pPr marL="337185">
                        <a:lnSpc>
                          <a:spcPct val="100000"/>
                        </a:lnSpc>
                        <a:spcBef>
                          <a:spcPts val="690"/>
                        </a:spcBef>
                      </a:pPr>
                      <a:r>
                        <a:rPr lang="en-US" sz="1600" dirty="0">
                          <a:solidFill>
                            <a:srgbClr val="171717"/>
                          </a:solidFill>
                        </a:rPr>
                        <a:t>Description</a:t>
                      </a:r>
                      <a:endParaRPr sz="1600" dirty="0">
                        <a:latin typeface="Segoe UI"/>
                        <a:cs typeface="Segoe UI"/>
                      </a:endParaRPr>
                    </a:p>
                  </a:txBody>
                  <a:tcPr marL="0" marR="0" marT="8763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17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2700000" scaled="1"/>
                      <a:tileRect/>
                    </a:gradFill>
                  </a:tcPr>
                </a:tc>
                <a:extLst>
                  <a:ext uri="{0D108BD9-81ED-4DB2-BD59-A6C34878D82A}">
                    <a16:rowId xmlns:a16="http://schemas.microsoft.com/office/drawing/2014/main" val="10000"/>
                  </a:ext>
                </a:extLst>
              </a:tr>
              <a:tr h="457200">
                <a:tc>
                  <a:txBody>
                    <a:bodyPr/>
                    <a:lstStyle/>
                    <a:p>
                      <a:pPr marL="92075">
                        <a:lnSpc>
                          <a:spcPct val="100000"/>
                        </a:lnSpc>
                        <a:spcBef>
                          <a:spcPts val="305"/>
                        </a:spcBef>
                      </a:pPr>
                      <a:r>
                        <a:rPr lang="en-US" sz="2400" b="1" spc="-25" dirty="0">
                          <a:solidFill>
                            <a:srgbClr val="211AFA"/>
                          </a:solidFill>
                        </a:rPr>
                        <a:t>2</a:t>
                      </a:r>
                      <a:endParaRPr sz="2400" dirty="0">
                        <a:latin typeface="Segoe UI"/>
                        <a:cs typeface="Segoe UI"/>
                      </a:endParaRPr>
                    </a:p>
                  </a:txBody>
                  <a:tcPr marL="0" marR="0" marT="3873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17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2700000" scaled="1"/>
                      <a:tileRect/>
                    </a:gradFill>
                  </a:tcPr>
                </a:tc>
                <a:tc>
                  <a:txBody>
                    <a:bodyPr/>
                    <a:lstStyle/>
                    <a:p>
                      <a:pPr marL="337185">
                        <a:lnSpc>
                          <a:spcPct val="100000"/>
                        </a:lnSpc>
                        <a:spcBef>
                          <a:spcPts val="805"/>
                        </a:spcBef>
                      </a:pPr>
                      <a:r>
                        <a:rPr lang="en-US" sz="1600" dirty="0">
                          <a:solidFill>
                            <a:srgbClr val="171717"/>
                          </a:solidFill>
                        </a:rPr>
                        <a:t>Terminologies </a:t>
                      </a:r>
                      <a:endParaRPr sz="1600" dirty="0">
                        <a:latin typeface="Segoe UI"/>
                        <a:cs typeface="Segoe UI"/>
                      </a:endParaRPr>
                    </a:p>
                  </a:txBody>
                  <a:tcPr marL="0" marR="0" marT="10223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17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2700000" scaled="1"/>
                      <a:tileRect/>
                    </a:gradFill>
                  </a:tcPr>
                </a:tc>
                <a:extLst>
                  <a:ext uri="{0D108BD9-81ED-4DB2-BD59-A6C34878D82A}">
                    <a16:rowId xmlns:a16="http://schemas.microsoft.com/office/drawing/2014/main" val="10001"/>
                  </a:ext>
                </a:extLst>
              </a:tr>
              <a:tr h="457200">
                <a:tc>
                  <a:txBody>
                    <a:bodyPr/>
                    <a:lstStyle/>
                    <a:p>
                      <a:pPr marL="92075">
                        <a:lnSpc>
                          <a:spcPct val="100000"/>
                        </a:lnSpc>
                        <a:spcBef>
                          <a:spcPts val="305"/>
                        </a:spcBef>
                      </a:pPr>
                      <a:r>
                        <a:rPr lang="en-US" sz="2400" b="1" spc="-25" dirty="0">
                          <a:solidFill>
                            <a:srgbClr val="211AFA"/>
                          </a:solidFill>
                        </a:rPr>
                        <a:t>3</a:t>
                      </a:r>
                      <a:endParaRPr sz="2400" dirty="0">
                        <a:latin typeface="Segoe UI"/>
                        <a:cs typeface="Segoe UI"/>
                      </a:endParaRPr>
                    </a:p>
                  </a:txBody>
                  <a:tcPr marL="0" marR="0" marT="3873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17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2700000" scaled="1"/>
                      <a:tileRect/>
                    </a:gradFill>
                  </a:tcPr>
                </a:tc>
                <a:tc>
                  <a:txBody>
                    <a:bodyPr/>
                    <a:lstStyle/>
                    <a:p>
                      <a:pPr marL="337185">
                        <a:lnSpc>
                          <a:spcPct val="100000"/>
                        </a:lnSpc>
                        <a:spcBef>
                          <a:spcPts val="805"/>
                        </a:spcBef>
                      </a:pPr>
                      <a:r>
                        <a:rPr lang="en-US" sz="1600" dirty="0">
                          <a:solidFill>
                            <a:srgbClr val="171717"/>
                          </a:solidFill>
                        </a:rPr>
                        <a:t>Key Features </a:t>
                      </a:r>
                      <a:endParaRPr sz="1600" dirty="0">
                        <a:latin typeface="Segoe UI"/>
                        <a:cs typeface="Segoe UI"/>
                      </a:endParaRPr>
                    </a:p>
                  </a:txBody>
                  <a:tcPr marL="0" marR="0" marT="10223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17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2700000" scaled="1"/>
                      <a:tileRect/>
                    </a:gradFill>
                  </a:tcPr>
                </a:tc>
                <a:extLst>
                  <a:ext uri="{0D108BD9-81ED-4DB2-BD59-A6C34878D82A}">
                    <a16:rowId xmlns:a16="http://schemas.microsoft.com/office/drawing/2014/main" val="10002"/>
                  </a:ext>
                </a:extLst>
              </a:tr>
              <a:tr h="457200">
                <a:tc>
                  <a:txBody>
                    <a:bodyPr/>
                    <a:lstStyle/>
                    <a:p>
                      <a:pPr marL="92075">
                        <a:lnSpc>
                          <a:spcPct val="100000"/>
                        </a:lnSpc>
                        <a:spcBef>
                          <a:spcPts val="305"/>
                        </a:spcBef>
                      </a:pPr>
                      <a:r>
                        <a:rPr lang="en-US" sz="2400" b="1" spc="-25" dirty="0">
                          <a:solidFill>
                            <a:srgbClr val="211AFA"/>
                          </a:solidFill>
                        </a:rPr>
                        <a:t>4</a:t>
                      </a:r>
                      <a:endParaRPr sz="2400" dirty="0">
                        <a:latin typeface="Segoe UI"/>
                        <a:cs typeface="Segoe UI"/>
                      </a:endParaRPr>
                    </a:p>
                  </a:txBody>
                  <a:tcPr marL="0" marR="0" marT="3873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17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2700000" scaled="1"/>
                      <a:tileRect/>
                    </a:gradFill>
                  </a:tcPr>
                </a:tc>
                <a:tc>
                  <a:txBody>
                    <a:bodyPr/>
                    <a:lstStyle/>
                    <a:p>
                      <a:pPr marL="337185">
                        <a:lnSpc>
                          <a:spcPct val="100000"/>
                        </a:lnSpc>
                        <a:spcBef>
                          <a:spcPts val="805"/>
                        </a:spcBef>
                      </a:pPr>
                      <a:r>
                        <a:rPr lang="en-US" sz="1600" dirty="0">
                          <a:solidFill>
                            <a:srgbClr val="171717"/>
                          </a:solidFill>
                        </a:rPr>
                        <a:t>Process Workflow</a:t>
                      </a:r>
                      <a:endParaRPr sz="1600" dirty="0">
                        <a:latin typeface="Segoe UI"/>
                        <a:cs typeface="Segoe UI"/>
                      </a:endParaRPr>
                    </a:p>
                  </a:txBody>
                  <a:tcPr marL="0" marR="0" marT="10223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17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2700000" scaled="1"/>
                      <a:tileRect/>
                    </a:gradFill>
                  </a:tcPr>
                </a:tc>
                <a:extLst>
                  <a:ext uri="{0D108BD9-81ED-4DB2-BD59-A6C34878D82A}">
                    <a16:rowId xmlns:a16="http://schemas.microsoft.com/office/drawing/2014/main" val="10003"/>
                  </a:ext>
                </a:extLst>
              </a:tr>
              <a:tr h="457200">
                <a:tc>
                  <a:txBody>
                    <a:bodyPr/>
                    <a:lstStyle/>
                    <a:p>
                      <a:pPr marL="92075">
                        <a:lnSpc>
                          <a:spcPct val="100000"/>
                        </a:lnSpc>
                        <a:spcBef>
                          <a:spcPts val="305"/>
                        </a:spcBef>
                      </a:pPr>
                      <a:r>
                        <a:rPr lang="en-US" sz="2400" b="1" spc="-25" dirty="0">
                          <a:solidFill>
                            <a:srgbClr val="211AFA"/>
                          </a:solidFill>
                        </a:rPr>
                        <a:t>5</a:t>
                      </a:r>
                      <a:endParaRPr sz="2400" dirty="0">
                        <a:latin typeface="Segoe UI"/>
                        <a:cs typeface="Segoe UI"/>
                      </a:endParaRPr>
                    </a:p>
                  </a:txBody>
                  <a:tcPr marL="0" marR="0" marT="3873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17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2700000" scaled="1"/>
                      <a:tileRect/>
                    </a:gradFill>
                  </a:tcPr>
                </a:tc>
                <a:tc>
                  <a:txBody>
                    <a:bodyPr/>
                    <a:lstStyle/>
                    <a:p>
                      <a:pPr marL="337185">
                        <a:lnSpc>
                          <a:spcPct val="100000"/>
                        </a:lnSpc>
                        <a:spcBef>
                          <a:spcPts val="805"/>
                        </a:spcBef>
                      </a:pPr>
                      <a:r>
                        <a:rPr lang="en-US" sz="1600" dirty="0">
                          <a:solidFill>
                            <a:srgbClr val="171717"/>
                          </a:solidFill>
                        </a:rPr>
                        <a:t>Key Inputs/Outputs </a:t>
                      </a:r>
                      <a:endParaRPr sz="1600" dirty="0">
                        <a:latin typeface="Segoe UI"/>
                        <a:cs typeface="Segoe UI"/>
                      </a:endParaRPr>
                    </a:p>
                  </a:txBody>
                  <a:tcPr marL="0" marR="0" marT="10223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17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2700000" scaled="1"/>
                      <a:tileRect/>
                    </a:gra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68425" y="2246502"/>
            <a:ext cx="4252595" cy="633507"/>
          </a:xfrm>
          <a:prstGeom prst="rect">
            <a:avLst/>
          </a:prstGeom>
        </p:spPr>
        <p:txBody>
          <a:bodyPr vert="horz" wrap="square" lIns="0" tIns="81280" rIns="0" bIns="0" rtlCol="0">
            <a:spAutoFit/>
          </a:bodyPr>
          <a:lstStyle/>
          <a:p>
            <a:pPr marL="12700" marR="5080">
              <a:lnSpc>
                <a:spcPts val="4320"/>
              </a:lnSpc>
              <a:spcBef>
                <a:spcPts val="640"/>
              </a:spcBef>
            </a:pPr>
            <a:r>
              <a:rPr lang="en-US" sz="4000" dirty="0">
                <a:solidFill>
                  <a:srgbClr val="FFFFFF"/>
                </a:solidFill>
              </a:rPr>
              <a:t>Description</a:t>
            </a:r>
            <a:endParaRPr sz="4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en-US" dirty="0"/>
              <a:t>Descriptions </a:t>
            </a:r>
            <a:endParaRPr sz="1600" dirty="0">
              <a:latin typeface="Segoe UI"/>
              <a:cs typeface="Segoe UI"/>
            </a:endParaRPr>
          </a:p>
        </p:txBody>
      </p:sp>
      <p:sp>
        <p:nvSpPr>
          <p:cNvPr id="85" name="object 85"/>
          <p:cNvSpPr txBox="1">
            <a:spLocks noGrp="1"/>
          </p:cNvSpPr>
          <p:nvPr>
            <p:ph type="sldNum" sz="quarter" idx="7"/>
          </p:nvPr>
        </p:nvSpPr>
        <p:spPr>
          <a:prstGeom prst="rect">
            <a:avLst/>
          </a:prstGeom>
        </p:spPr>
        <p:txBody>
          <a:bodyPr vert="horz" wrap="square" lIns="0" tIns="21590" rIns="0" bIns="0" rtlCol="0">
            <a:spAutoFit/>
          </a:bodyPr>
          <a:lstStyle/>
          <a:p>
            <a:pPr marL="111760">
              <a:lnSpc>
                <a:spcPct val="100000"/>
              </a:lnSpc>
              <a:spcBef>
                <a:spcPts val="170"/>
              </a:spcBef>
            </a:pPr>
            <a:fld id="{81D60167-4931-47E6-BA6A-407CBD079E47}" type="slidenum">
              <a:rPr spc="-50" dirty="0"/>
              <a:t>3</a:t>
            </a:fld>
            <a:endParaRPr spc="-50" dirty="0"/>
          </a:p>
        </p:txBody>
      </p:sp>
      <p:sp>
        <p:nvSpPr>
          <p:cNvPr id="86" name="TextBox 85">
            <a:extLst>
              <a:ext uri="{FF2B5EF4-FFF2-40B4-BE49-F238E27FC236}">
                <a16:creationId xmlns:a16="http://schemas.microsoft.com/office/drawing/2014/main" id="{1E1DB378-25D1-9523-C9AC-B8664B7A957C}"/>
              </a:ext>
            </a:extLst>
          </p:cNvPr>
          <p:cNvSpPr txBox="1"/>
          <p:nvPr/>
        </p:nvSpPr>
        <p:spPr>
          <a:xfrm>
            <a:off x="457200" y="990600"/>
            <a:ext cx="11430000" cy="276999"/>
          </a:xfrm>
          <a:prstGeom prst="rect">
            <a:avLst/>
          </a:prstGeom>
          <a:noFill/>
        </p:spPr>
        <p:txBody>
          <a:bodyPr wrap="square" rtlCol="0">
            <a:spAutoFit/>
          </a:bodyPr>
          <a:lstStyle/>
          <a:p>
            <a:endParaRPr lang="en-US" sz="1200" dirty="0"/>
          </a:p>
        </p:txBody>
      </p:sp>
      <p:graphicFrame>
        <p:nvGraphicFramePr>
          <p:cNvPr id="3" name="Diagram 2">
            <a:extLst>
              <a:ext uri="{FF2B5EF4-FFF2-40B4-BE49-F238E27FC236}">
                <a16:creationId xmlns:a16="http://schemas.microsoft.com/office/drawing/2014/main" id="{0D75F764-E2BC-429B-AFF6-47A413DFB58C}"/>
              </a:ext>
            </a:extLst>
          </p:cNvPr>
          <p:cNvGraphicFramePr/>
          <p:nvPr>
            <p:extLst>
              <p:ext uri="{D42A27DB-BD31-4B8C-83A1-F6EECF244321}">
                <p14:modId xmlns:p14="http://schemas.microsoft.com/office/powerpoint/2010/main" val="2140585053"/>
              </p:ext>
            </p:extLst>
          </p:nvPr>
        </p:nvGraphicFramePr>
        <p:xfrm>
          <a:off x="152400" y="685800"/>
          <a:ext cx="11734800" cy="5638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68425" y="2794838"/>
            <a:ext cx="4271645" cy="635000"/>
          </a:xfrm>
          <a:prstGeom prst="rect">
            <a:avLst/>
          </a:prstGeom>
        </p:spPr>
        <p:txBody>
          <a:bodyPr vert="horz" wrap="square" lIns="0" tIns="12065" rIns="0" bIns="0" rtlCol="0">
            <a:spAutoFit/>
          </a:bodyPr>
          <a:lstStyle/>
          <a:p>
            <a:pPr marL="12700">
              <a:lnSpc>
                <a:spcPct val="100000"/>
              </a:lnSpc>
              <a:spcBef>
                <a:spcPts val="95"/>
              </a:spcBef>
            </a:pPr>
            <a:r>
              <a:rPr lang="en-US" sz="4000" dirty="0">
                <a:solidFill>
                  <a:srgbClr val="FFFFFF"/>
                </a:solidFill>
              </a:rPr>
              <a:t>Terminologies </a:t>
            </a:r>
            <a:endParaRPr sz="4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82956" y="260730"/>
            <a:ext cx="10017760" cy="299720"/>
          </a:xfrm>
          <a:prstGeom prst="rect">
            <a:avLst/>
          </a:prstGeom>
        </p:spPr>
        <p:txBody>
          <a:bodyPr vert="horz" wrap="square" lIns="0" tIns="12700" rIns="0" bIns="0" rtlCol="0">
            <a:spAutoFit/>
          </a:bodyPr>
          <a:lstStyle/>
          <a:p>
            <a:pPr marL="12700">
              <a:lnSpc>
                <a:spcPct val="100000"/>
              </a:lnSpc>
              <a:spcBef>
                <a:spcPts val="100"/>
              </a:spcBef>
            </a:pPr>
            <a:r>
              <a:rPr lang="en-US" sz="1800" b="1" dirty="0">
                <a:solidFill>
                  <a:srgbClr val="221BFF"/>
                </a:solidFill>
                <a:latin typeface="Segoe UI"/>
                <a:cs typeface="Segoe UI"/>
              </a:rPr>
              <a:t>Terminologies- Business Definitions </a:t>
            </a:r>
            <a:endParaRPr sz="1600" dirty="0">
              <a:latin typeface="Segoe UI"/>
              <a:cs typeface="Segoe UI"/>
            </a:endParaRPr>
          </a:p>
        </p:txBody>
      </p:sp>
      <p:graphicFrame>
        <p:nvGraphicFramePr>
          <p:cNvPr id="9" name="Table 8">
            <a:extLst>
              <a:ext uri="{FF2B5EF4-FFF2-40B4-BE49-F238E27FC236}">
                <a16:creationId xmlns:a16="http://schemas.microsoft.com/office/drawing/2014/main" id="{C12694AB-2BAA-AC1B-E888-3CC486CA6E42}"/>
              </a:ext>
            </a:extLst>
          </p:cNvPr>
          <p:cNvGraphicFramePr>
            <a:graphicFrameLocks noGrp="1"/>
          </p:cNvGraphicFramePr>
          <p:nvPr>
            <p:extLst>
              <p:ext uri="{D42A27DB-BD31-4B8C-83A1-F6EECF244321}">
                <p14:modId xmlns:p14="http://schemas.microsoft.com/office/powerpoint/2010/main" val="3164059403"/>
              </p:ext>
            </p:extLst>
          </p:nvPr>
        </p:nvGraphicFramePr>
        <p:xfrm>
          <a:off x="282956" y="972484"/>
          <a:ext cx="11477549" cy="4666315"/>
        </p:xfrm>
        <a:graphic>
          <a:graphicData uri="http://schemas.openxmlformats.org/drawingml/2006/table">
            <a:tbl>
              <a:tblPr firstRow="1" bandRow="1">
                <a:tableStyleId>{69CF1AB2-1976-4502-BF36-3FF5EA218861}</a:tableStyleId>
              </a:tblPr>
              <a:tblGrid>
                <a:gridCol w="2725919">
                  <a:extLst>
                    <a:ext uri="{9D8B030D-6E8A-4147-A177-3AD203B41FA5}">
                      <a16:colId xmlns:a16="http://schemas.microsoft.com/office/drawing/2014/main" val="795359942"/>
                    </a:ext>
                  </a:extLst>
                </a:gridCol>
                <a:gridCol w="8751630">
                  <a:extLst>
                    <a:ext uri="{9D8B030D-6E8A-4147-A177-3AD203B41FA5}">
                      <a16:colId xmlns:a16="http://schemas.microsoft.com/office/drawing/2014/main" val="3716767133"/>
                    </a:ext>
                  </a:extLst>
                </a:gridCol>
              </a:tblGrid>
              <a:tr h="815988">
                <a:tc>
                  <a:txBody>
                    <a:bodyPr/>
                    <a:lstStyle/>
                    <a:p>
                      <a:r>
                        <a:rPr lang="en-US" dirty="0"/>
                        <a:t>Gold Wallet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u="none" strike="noStrike" cap="none" normalizeH="0" baseline="0" dirty="0">
                          <a:ln>
                            <a:noFill/>
                          </a:ln>
                          <a:solidFill>
                            <a:schemeClr val="tx1"/>
                          </a:solidFill>
                          <a:effectLst/>
                        </a:rPr>
                        <a:t>A digital account that allows an end-user to buy, sell, and hold gold in a paperless form.</a:t>
                      </a:r>
                      <a:endParaRPr kumimoji="0" lang="en-US" altLang="en-US" sz="1800" b="0" i="0" u="none" strike="noStrike" cap="none" normalizeH="0" baseline="0" dirty="0">
                        <a:ln>
                          <a:noFill/>
                        </a:ln>
                        <a:solidFill>
                          <a:schemeClr val="tx1"/>
                        </a:solidFill>
                        <a:effectLst/>
                        <a:latin typeface="Arial" panose="020B0604020202020204" pitchFamily="34" charset="0"/>
                      </a:endParaRPr>
                    </a:p>
                  </a:txBody>
                  <a:tcPr/>
                </a:tc>
                <a:extLst>
                  <a:ext uri="{0D108BD9-81ED-4DB2-BD59-A6C34878D82A}">
                    <a16:rowId xmlns:a16="http://schemas.microsoft.com/office/drawing/2014/main" val="3107383261"/>
                  </a:ext>
                </a:extLst>
              </a:tr>
              <a:tr h="969195">
                <a:tc>
                  <a:txBody>
                    <a:bodyPr/>
                    <a:lstStyle/>
                    <a:p>
                      <a:r>
                        <a:rPr lang="en-US" sz="1800" b="1" baseline="0" dirty="0">
                          <a:solidFill>
                            <a:schemeClr val="tx1"/>
                          </a:solidFill>
                          <a:effectLst/>
                        </a:rPr>
                        <a:t>Subscription(Buy Gold)</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process by which an end-user initiates the purchase of a specific quantity of gold to be added to their digital wallet.</a:t>
                      </a:r>
                    </a:p>
                  </a:txBody>
                  <a:tcPr/>
                </a:tc>
                <a:extLst>
                  <a:ext uri="{0D108BD9-81ED-4DB2-BD59-A6C34878D82A}">
                    <a16:rowId xmlns:a16="http://schemas.microsoft.com/office/drawing/2014/main" val="3921764608"/>
                  </a:ext>
                </a:extLst>
              </a:tr>
              <a:tr h="746960">
                <a:tc>
                  <a:txBody>
                    <a:bodyPr/>
                    <a:lstStyle/>
                    <a:p>
                      <a:r>
                        <a:rPr lang="en-US" sz="1800" b="1" baseline="0" dirty="0">
                          <a:solidFill>
                            <a:schemeClr val="tx1"/>
                          </a:solidFill>
                          <a:effectLst/>
                        </a:rPr>
                        <a:t>Redemption(Sell Gold)</a:t>
                      </a:r>
                      <a:endParaRPr lang="en-US" dirty="0"/>
                    </a:p>
                  </a:txBody>
                  <a:tcPr/>
                </a:tc>
                <a:tc>
                  <a:txBody>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dirty="0"/>
                        <a:t>The process by which an end-user sells a specific quantity of gold from their digital wallet for the equivalent value in currency.</a:t>
                      </a:r>
                    </a:p>
                  </a:txBody>
                  <a:tcPr/>
                </a:tc>
                <a:extLst>
                  <a:ext uri="{0D108BD9-81ED-4DB2-BD59-A6C34878D82A}">
                    <a16:rowId xmlns:a16="http://schemas.microsoft.com/office/drawing/2014/main" val="423386589"/>
                  </a:ext>
                </a:extLst>
              </a:tr>
              <a:tr h="1067086">
                <a:tc>
                  <a:txBody>
                    <a:bodyPr/>
                    <a:lstStyle/>
                    <a:p>
                      <a:r>
                        <a:rPr lang="en-US" b="1" dirty="0"/>
                        <a:t>Customer Portfolio Holdings</a:t>
                      </a:r>
                      <a:br>
                        <a:rPr lang="en-US" dirty="0"/>
                      </a:br>
                      <a:endParaRPr lang="en-US" dirty="0"/>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dirty="0"/>
                        <a:t>The detailed record of all investment units owned by a customer, including fund names, quantities, acquisition dates, and related attributes, representing their current positions in the investment pool.</a:t>
                      </a:r>
                    </a:p>
                  </a:txBody>
                  <a:tcPr/>
                </a:tc>
                <a:extLst>
                  <a:ext uri="{0D108BD9-81ED-4DB2-BD59-A6C34878D82A}">
                    <a16:rowId xmlns:a16="http://schemas.microsoft.com/office/drawing/2014/main" val="1357681000"/>
                  </a:ext>
                </a:extLst>
              </a:tr>
              <a:tr h="1067086">
                <a:tc>
                  <a:txBody>
                    <a:bodyPr/>
                    <a:lstStyle/>
                    <a:p>
                      <a:r>
                        <a:rPr lang="en-US" b="1" dirty="0"/>
                        <a:t>Portfolio Performance</a:t>
                      </a:r>
                      <a:br>
                        <a:rPr lang="en-US" dirty="0"/>
                      </a:br>
                      <a:endParaRPr lang="en-US" dirty="0"/>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dirty="0"/>
                        <a:t>The "List Gold Rate History" and "Inquire Gold Rates" APIs provide the data needed to calculate and display this. This term represents the change in value of the customer's gold holdings over time.</a:t>
                      </a:r>
                    </a:p>
                  </a:txBody>
                  <a:tcPr/>
                </a:tc>
                <a:extLst>
                  <a:ext uri="{0D108BD9-81ED-4DB2-BD59-A6C34878D82A}">
                    <a16:rowId xmlns:a16="http://schemas.microsoft.com/office/drawing/2014/main" val="2795727213"/>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221AFF"/>
          </a:solidFill>
        </p:spPr>
        <p:txBody>
          <a:bodyPr wrap="square" lIns="0" tIns="0" rIns="0" bIns="0" rtlCol="0"/>
          <a:lstStyle/>
          <a:p>
            <a:endParaRPr/>
          </a:p>
        </p:txBody>
      </p:sp>
      <p:pic>
        <p:nvPicPr>
          <p:cNvPr id="3" name="object 3"/>
          <p:cNvPicPr/>
          <p:nvPr/>
        </p:nvPicPr>
        <p:blipFill>
          <a:blip r:embed="rId2" cstate="print"/>
          <a:stretch>
            <a:fillRect/>
          </a:stretch>
        </p:blipFill>
        <p:spPr>
          <a:xfrm>
            <a:off x="11483916" y="6448845"/>
            <a:ext cx="217269" cy="211420"/>
          </a:xfrm>
          <a:prstGeom prst="rect">
            <a:avLst/>
          </a:prstGeom>
        </p:spPr>
      </p:pic>
      <p:sp>
        <p:nvSpPr>
          <p:cNvPr id="4" name="object 4"/>
          <p:cNvSpPr/>
          <p:nvPr/>
        </p:nvSpPr>
        <p:spPr>
          <a:xfrm>
            <a:off x="1056320" y="3563775"/>
            <a:ext cx="5276215" cy="1546860"/>
          </a:xfrm>
          <a:custGeom>
            <a:avLst/>
            <a:gdLst/>
            <a:ahLst/>
            <a:cxnLst/>
            <a:rect l="l" t="t" r="r" b="b"/>
            <a:pathLst>
              <a:path w="5276215" h="1546860">
                <a:moveTo>
                  <a:pt x="0" y="0"/>
                </a:moveTo>
                <a:lnTo>
                  <a:pt x="4172685" y="0"/>
                </a:lnTo>
                <a:lnTo>
                  <a:pt x="4230155" y="11949"/>
                </a:lnTo>
                <a:lnTo>
                  <a:pt x="4297696" y="34887"/>
                </a:lnTo>
                <a:lnTo>
                  <a:pt x="4362412" y="66272"/>
                </a:lnTo>
                <a:lnTo>
                  <a:pt x="4422720" y="106103"/>
                </a:lnTo>
                <a:lnTo>
                  <a:pt x="4477424" y="153276"/>
                </a:lnTo>
                <a:lnTo>
                  <a:pt x="4525805" y="208223"/>
                </a:lnTo>
                <a:lnTo>
                  <a:pt x="4566917" y="269697"/>
                </a:lnTo>
                <a:lnTo>
                  <a:pt x="5275899" y="1498716"/>
                </a:lnTo>
                <a:lnTo>
                  <a:pt x="5275899" y="1500067"/>
                </a:lnTo>
                <a:lnTo>
                  <a:pt x="5195558" y="1546561"/>
                </a:lnTo>
                <a:lnTo>
                  <a:pt x="4487435" y="318886"/>
                </a:lnTo>
                <a:lnTo>
                  <a:pt x="4451605" y="264802"/>
                </a:lnTo>
                <a:lnTo>
                  <a:pt x="4451035" y="264802"/>
                </a:lnTo>
                <a:lnTo>
                  <a:pt x="4415429" y="223868"/>
                </a:lnTo>
                <a:lnTo>
                  <a:pt x="4416014" y="223868"/>
                </a:lnTo>
                <a:lnTo>
                  <a:pt x="4413591" y="221755"/>
                </a:lnTo>
                <a:lnTo>
                  <a:pt x="4411463" y="219309"/>
                </a:lnTo>
                <a:lnTo>
                  <a:pt x="4410786" y="219309"/>
                </a:lnTo>
                <a:lnTo>
                  <a:pt x="4370283" y="183989"/>
                </a:lnTo>
                <a:lnTo>
                  <a:pt x="4370842" y="183989"/>
                </a:lnTo>
                <a:lnTo>
                  <a:pt x="4368447" y="182389"/>
                </a:lnTo>
                <a:lnTo>
                  <a:pt x="4366100" y="180342"/>
                </a:lnTo>
                <a:lnTo>
                  <a:pt x="4365384" y="180342"/>
                </a:lnTo>
                <a:lnTo>
                  <a:pt x="4320496" y="150349"/>
                </a:lnTo>
                <a:lnTo>
                  <a:pt x="4321216" y="150349"/>
                </a:lnTo>
                <a:lnTo>
                  <a:pt x="4318477" y="149000"/>
                </a:lnTo>
                <a:lnTo>
                  <a:pt x="4315899" y="147277"/>
                </a:lnTo>
                <a:lnTo>
                  <a:pt x="4314979" y="147277"/>
                </a:lnTo>
                <a:lnTo>
                  <a:pt x="4266542" y="123427"/>
                </a:lnTo>
                <a:lnTo>
                  <a:pt x="4267375" y="123427"/>
                </a:lnTo>
                <a:lnTo>
                  <a:pt x="4261962" y="121171"/>
                </a:lnTo>
                <a:lnTo>
                  <a:pt x="4260811" y="121171"/>
                </a:lnTo>
                <a:lnTo>
                  <a:pt x="4208438" y="103176"/>
                </a:lnTo>
                <a:lnTo>
                  <a:pt x="4209174" y="103176"/>
                </a:lnTo>
                <a:lnTo>
                  <a:pt x="4206913" y="102652"/>
                </a:lnTo>
                <a:lnTo>
                  <a:pt x="4204528" y="101832"/>
                </a:lnTo>
                <a:lnTo>
                  <a:pt x="4203376" y="101832"/>
                </a:lnTo>
                <a:lnTo>
                  <a:pt x="4178735" y="96121"/>
                </a:lnTo>
                <a:lnTo>
                  <a:pt x="4148650" y="90842"/>
                </a:lnTo>
                <a:lnTo>
                  <a:pt x="4149488" y="90842"/>
                </a:lnTo>
                <a:lnTo>
                  <a:pt x="4118679" y="87865"/>
                </a:lnTo>
                <a:lnTo>
                  <a:pt x="4121733" y="87865"/>
                </a:lnTo>
                <a:lnTo>
                  <a:pt x="4084534" y="86715"/>
                </a:lnTo>
                <a:lnTo>
                  <a:pt x="0" y="86716"/>
                </a:lnTo>
                <a:lnTo>
                  <a:pt x="0" y="0"/>
                </a:lnTo>
                <a:close/>
              </a:path>
              <a:path w="5276215" h="1546860">
                <a:moveTo>
                  <a:pt x="4451035" y="264802"/>
                </a:moveTo>
                <a:lnTo>
                  <a:pt x="4451605" y="264802"/>
                </a:lnTo>
                <a:lnTo>
                  <a:pt x="4453420" y="267548"/>
                </a:lnTo>
                <a:lnTo>
                  <a:pt x="4451035" y="264802"/>
                </a:lnTo>
                <a:close/>
              </a:path>
              <a:path w="5276215" h="1546860">
                <a:moveTo>
                  <a:pt x="4413591" y="221755"/>
                </a:moveTo>
                <a:lnTo>
                  <a:pt x="4416014" y="223868"/>
                </a:lnTo>
                <a:lnTo>
                  <a:pt x="4415429" y="223868"/>
                </a:lnTo>
                <a:lnTo>
                  <a:pt x="4413591" y="221755"/>
                </a:lnTo>
                <a:close/>
              </a:path>
              <a:path w="5276215" h="1546860">
                <a:moveTo>
                  <a:pt x="4410786" y="219309"/>
                </a:moveTo>
                <a:lnTo>
                  <a:pt x="4411463" y="219309"/>
                </a:lnTo>
                <a:lnTo>
                  <a:pt x="4413591" y="221755"/>
                </a:lnTo>
                <a:lnTo>
                  <a:pt x="4410786" y="219309"/>
                </a:lnTo>
                <a:close/>
              </a:path>
              <a:path w="5276215" h="1546860">
                <a:moveTo>
                  <a:pt x="4368447" y="182389"/>
                </a:moveTo>
                <a:lnTo>
                  <a:pt x="4370842" y="183989"/>
                </a:lnTo>
                <a:lnTo>
                  <a:pt x="4370283" y="183989"/>
                </a:lnTo>
                <a:lnTo>
                  <a:pt x="4368447" y="182389"/>
                </a:lnTo>
                <a:close/>
              </a:path>
              <a:path w="5276215" h="1546860">
                <a:moveTo>
                  <a:pt x="4365384" y="180342"/>
                </a:moveTo>
                <a:lnTo>
                  <a:pt x="4366100" y="180342"/>
                </a:lnTo>
                <a:lnTo>
                  <a:pt x="4368447" y="182389"/>
                </a:lnTo>
                <a:lnTo>
                  <a:pt x="4365384" y="180342"/>
                </a:lnTo>
                <a:close/>
              </a:path>
              <a:path w="5276215" h="1546860">
                <a:moveTo>
                  <a:pt x="4318477" y="149000"/>
                </a:moveTo>
                <a:lnTo>
                  <a:pt x="4321216" y="150349"/>
                </a:lnTo>
                <a:lnTo>
                  <a:pt x="4320496" y="150349"/>
                </a:lnTo>
                <a:lnTo>
                  <a:pt x="4318477" y="149000"/>
                </a:lnTo>
                <a:close/>
              </a:path>
              <a:path w="5276215" h="1546860">
                <a:moveTo>
                  <a:pt x="4314979" y="147277"/>
                </a:moveTo>
                <a:lnTo>
                  <a:pt x="4315899" y="147277"/>
                </a:lnTo>
                <a:lnTo>
                  <a:pt x="4318477" y="149000"/>
                </a:lnTo>
                <a:lnTo>
                  <a:pt x="4314979" y="147277"/>
                </a:lnTo>
                <a:close/>
              </a:path>
              <a:path w="5276215" h="1546860">
                <a:moveTo>
                  <a:pt x="4261962" y="121171"/>
                </a:moveTo>
                <a:lnTo>
                  <a:pt x="4267375" y="123427"/>
                </a:lnTo>
                <a:lnTo>
                  <a:pt x="4264620" y="122480"/>
                </a:lnTo>
                <a:lnTo>
                  <a:pt x="4261962" y="121171"/>
                </a:lnTo>
                <a:close/>
              </a:path>
              <a:path w="5276215" h="1546860">
                <a:moveTo>
                  <a:pt x="4264620" y="122480"/>
                </a:moveTo>
                <a:lnTo>
                  <a:pt x="4267375" y="123427"/>
                </a:lnTo>
                <a:lnTo>
                  <a:pt x="4266542" y="123427"/>
                </a:lnTo>
                <a:lnTo>
                  <a:pt x="4264620" y="122480"/>
                </a:lnTo>
                <a:close/>
              </a:path>
              <a:path w="5276215" h="1546860">
                <a:moveTo>
                  <a:pt x="4260811" y="121171"/>
                </a:moveTo>
                <a:lnTo>
                  <a:pt x="4261962" y="121171"/>
                </a:lnTo>
                <a:lnTo>
                  <a:pt x="4264620" y="122480"/>
                </a:lnTo>
                <a:lnTo>
                  <a:pt x="4260811" y="121171"/>
                </a:lnTo>
                <a:close/>
              </a:path>
              <a:path w="5276215" h="1546860">
                <a:moveTo>
                  <a:pt x="4206913" y="102652"/>
                </a:moveTo>
                <a:lnTo>
                  <a:pt x="4209174" y="103176"/>
                </a:lnTo>
                <a:lnTo>
                  <a:pt x="4208438" y="103176"/>
                </a:lnTo>
                <a:lnTo>
                  <a:pt x="4206913" y="102652"/>
                </a:lnTo>
                <a:close/>
              </a:path>
              <a:path w="5276215" h="1546860">
                <a:moveTo>
                  <a:pt x="4203376" y="101832"/>
                </a:moveTo>
                <a:lnTo>
                  <a:pt x="4204528" y="101832"/>
                </a:lnTo>
                <a:lnTo>
                  <a:pt x="4206913" y="102652"/>
                </a:lnTo>
                <a:lnTo>
                  <a:pt x="4203376" y="101832"/>
                </a:lnTo>
                <a:close/>
              </a:path>
              <a:path w="5276215" h="1546860">
                <a:moveTo>
                  <a:pt x="4147623" y="90662"/>
                </a:moveTo>
                <a:lnTo>
                  <a:pt x="4149488" y="90842"/>
                </a:lnTo>
                <a:lnTo>
                  <a:pt x="4148650" y="90842"/>
                </a:lnTo>
                <a:lnTo>
                  <a:pt x="4147623" y="90662"/>
                </a:lnTo>
                <a:close/>
              </a:path>
            </a:pathLst>
          </a:custGeom>
          <a:solidFill>
            <a:srgbClr val="FFFFFF"/>
          </a:solidFill>
        </p:spPr>
        <p:txBody>
          <a:bodyPr wrap="square" lIns="0" tIns="0" rIns="0" bIns="0" rtlCol="0"/>
          <a:lstStyle/>
          <a:p>
            <a:endParaRPr/>
          </a:p>
        </p:txBody>
      </p:sp>
      <p:sp>
        <p:nvSpPr>
          <p:cNvPr id="5" name="object 5"/>
          <p:cNvSpPr/>
          <p:nvPr/>
        </p:nvSpPr>
        <p:spPr>
          <a:xfrm>
            <a:off x="10541241" y="5339938"/>
            <a:ext cx="588645" cy="574040"/>
          </a:xfrm>
          <a:custGeom>
            <a:avLst/>
            <a:gdLst/>
            <a:ahLst/>
            <a:cxnLst/>
            <a:rect l="l" t="t" r="r" b="b"/>
            <a:pathLst>
              <a:path w="588645" h="574039">
                <a:moveTo>
                  <a:pt x="294068" y="0"/>
                </a:moveTo>
                <a:lnTo>
                  <a:pt x="251662" y="11307"/>
                </a:lnTo>
                <a:lnTo>
                  <a:pt x="178080" y="53697"/>
                </a:lnTo>
                <a:lnTo>
                  <a:pt x="146925" y="84834"/>
                </a:lnTo>
                <a:lnTo>
                  <a:pt x="135449" y="127280"/>
                </a:lnTo>
                <a:lnTo>
                  <a:pt x="135449" y="234137"/>
                </a:lnTo>
                <a:lnTo>
                  <a:pt x="42631" y="287964"/>
                </a:lnTo>
                <a:lnTo>
                  <a:pt x="24901" y="301538"/>
                </a:lnTo>
                <a:lnTo>
                  <a:pt x="11476" y="318963"/>
                </a:lnTo>
                <a:lnTo>
                  <a:pt x="2971" y="339214"/>
                </a:lnTo>
                <a:lnTo>
                  <a:pt x="0" y="361270"/>
                </a:lnTo>
                <a:lnTo>
                  <a:pt x="0" y="446291"/>
                </a:lnTo>
                <a:lnTo>
                  <a:pt x="11476" y="488753"/>
                </a:lnTo>
                <a:lnTo>
                  <a:pt x="42631" y="519884"/>
                </a:lnTo>
                <a:lnTo>
                  <a:pt x="116213" y="562263"/>
                </a:lnTo>
                <a:lnTo>
                  <a:pt x="158602" y="573704"/>
                </a:lnTo>
                <a:lnTo>
                  <a:pt x="169640" y="572977"/>
                </a:lnTo>
                <a:lnTo>
                  <a:pt x="180489" y="570812"/>
                </a:lnTo>
                <a:lnTo>
                  <a:pt x="191053" y="567233"/>
                </a:lnTo>
                <a:lnTo>
                  <a:pt x="201233" y="562263"/>
                </a:lnTo>
                <a:lnTo>
                  <a:pt x="261949" y="527293"/>
                </a:lnTo>
                <a:lnTo>
                  <a:pt x="158723" y="527293"/>
                </a:lnTo>
                <a:lnTo>
                  <a:pt x="148778" y="526026"/>
                </a:lnTo>
                <a:lnTo>
                  <a:pt x="65783" y="479845"/>
                </a:lnTo>
                <a:lnTo>
                  <a:pt x="46270" y="446291"/>
                </a:lnTo>
                <a:lnTo>
                  <a:pt x="46270" y="361270"/>
                </a:lnTo>
                <a:lnTo>
                  <a:pt x="47637" y="351318"/>
                </a:lnTo>
                <a:lnTo>
                  <a:pt x="51543" y="342098"/>
                </a:lnTo>
                <a:lnTo>
                  <a:pt x="57690" y="334145"/>
                </a:lnTo>
                <a:lnTo>
                  <a:pt x="65783" y="327996"/>
                </a:lnTo>
                <a:lnTo>
                  <a:pt x="135449" y="287721"/>
                </a:lnTo>
                <a:lnTo>
                  <a:pt x="181719" y="287721"/>
                </a:lnTo>
                <a:lnTo>
                  <a:pt x="181719" y="261171"/>
                </a:lnTo>
                <a:lnTo>
                  <a:pt x="268576" y="211261"/>
                </a:lnTo>
                <a:lnTo>
                  <a:pt x="276706" y="207899"/>
                </a:lnTo>
                <a:lnTo>
                  <a:pt x="181719" y="207899"/>
                </a:lnTo>
                <a:lnTo>
                  <a:pt x="181719" y="127280"/>
                </a:lnTo>
                <a:lnTo>
                  <a:pt x="201233" y="93729"/>
                </a:lnTo>
                <a:lnTo>
                  <a:pt x="274815" y="51374"/>
                </a:lnTo>
                <a:lnTo>
                  <a:pt x="294142" y="46305"/>
                </a:lnTo>
                <a:lnTo>
                  <a:pt x="397205" y="46305"/>
                </a:lnTo>
                <a:lnTo>
                  <a:pt x="336682" y="11307"/>
                </a:lnTo>
                <a:lnTo>
                  <a:pt x="315970" y="2826"/>
                </a:lnTo>
                <a:lnTo>
                  <a:pt x="294068" y="0"/>
                </a:lnTo>
                <a:close/>
              </a:path>
              <a:path w="588645" h="574039">
                <a:moveTo>
                  <a:pt x="386995" y="508963"/>
                </a:moveTo>
                <a:lnTo>
                  <a:pt x="294294" y="508963"/>
                </a:lnTo>
                <a:lnTo>
                  <a:pt x="386835" y="562263"/>
                </a:lnTo>
                <a:lnTo>
                  <a:pt x="397016" y="567233"/>
                </a:lnTo>
                <a:lnTo>
                  <a:pt x="407583" y="570812"/>
                </a:lnTo>
                <a:lnTo>
                  <a:pt x="418443" y="572977"/>
                </a:lnTo>
                <a:lnTo>
                  <a:pt x="429501" y="573704"/>
                </a:lnTo>
                <a:lnTo>
                  <a:pt x="440432" y="572977"/>
                </a:lnTo>
                <a:lnTo>
                  <a:pt x="451263" y="570812"/>
                </a:lnTo>
                <a:lnTo>
                  <a:pt x="461801" y="567233"/>
                </a:lnTo>
                <a:lnTo>
                  <a:pt x="471855" y="562263"/>
                </a:lnTo>
                <a:lnTo>
                  <a:pt x="532573" y="527293"/>
                </a:lnTo>
                <a:lnTo>
                  <a:pt x="429362" y="527293"/>
                </a:lnTo>
                <a:lnTo>
                  <a:pt x="419405" y="526026"/>
                </a:lnTo>
                <a:lnTo>
                  <a:pt x="409987" y="522224"/>
                </a:lnTo>
                <a:lnTo>
                  <a:pt x="386995" y="508963"/>
                </a:lnTo>
                <a:close/>
              </a:path>
              <a:path w="588645" h="574039">
                <a:moveTo>
                  <a:pt x="181719" y="287721"/>
                </a:moveTo>
                <a:lnTo>
                  <a:pt x="135449" y="287721"/>
                </a:lnTo>
                <a:lnTo>
                  <a:pt x="135449" y="361270"/>
                </a:lnTo>
                <a:lnTo>
                  <a:pt x="148576" y="409937"/>
                </a:lnTo>
                <a:lnTo>
                  <a:pt x="184319" y="445528"/>
                </a:lnTo>
                <a:lnTo>
                  <a:pt x="247503" y="482185"/>
                </a:lnTo>
                <a:lnTo>
                  <a:pt x="178080" y="522224"/>
                </a:lnTo>
                <a:lnTo>
                  <a:pt x="168668" y="526026"/>
                </a:lnTo>
                <a:lnTo>
                  <a:pt x="158723" y="527293"/>
                </a:lnTo>
                <a:lnTo>
                  <a:pt x="261949" y="527293"/>
                </a:lnTo>
                <a:lnTo>
                  <a:pt x="293774" y="508963"/>
                </a:lnTo>
                <a:lnTo>
                  <a:pt x="386995" y="508963"/>
                </a:lnTo>
                <a:lnTo>
                  <a:pt x="340564" y="482185"/>
                </a:lnTo>
                <a:lnTo>
                  <a:pt x="386304" y="455649"/>
                </a:lnTo>
                <a:lnTo>
                  <a:pt x="294051" y="455649"/>
                </a:lnTo>
                <a:lnTo>
                  <a:pt x="207472" y="405496"/>
                </a:lnTo>
                <a:lnTo>
                  <a:pt x="196751" y="397304"/>
                </a:lnTo>
                <a:lnTo>
                  <a:pt x="188643" y="386801"/>
                </a:lnTo>
                <a:lnTo>
                  <a:pt x="183511" y="374589"/>
                </a:lnTo>
                <a:lnTo>
                  <a:pt x="181720" y="361270"/>
                </a:lnTo>
                <a:lnTo>
                  <a:pt x="181719" y="287721"/>
                </a:lnTo>
                <a:close/>
              </a:path>
              <a:path w="588645" h="574039">
                <a:moveTo>
                  <a:pt x="545018" y="287721"/>
                </a:moveTo>
                <a:lnTo>
                  <a:pt x="452619" y="287721"/>
                </a:lnTo>
                <a:lnTo>
                  <a:pt x="522284" y="327996"/>
                </a:lnTo>
                <a:lnTo>
                  <a:pt x="530378" y="334145"/>
                </a:lnTo>
                <a:lnTo>
                  <a:pt x="536525" y="342098"/>
                </a:lnTo>
                <a:lnTo>
                  <a:pt x="540430" y="351318"/>
                </a:lnTo>
                <a:lnTo>
                  <a:pt x="541798" y="361270"/>
                </a:lnTo>
                <a:lnTo>
                  <a:pt x="541798" y="446291"/>
                </a:lnTo>
                <a:lnTo>
                  <a:pt x="540528" y="455649"/>
                </a:lnTo>
                <a:lnTo>
                  <a:pt x="540430" y="456368"/>
                </a:lnTo>
                <a:lnTo>
                  <a:pt x="448737" y="522224"/>
                </a:lnTo>
                <a:lnTo>
                  <a:pt x="429362" y="527293"/>
                </a:lnTo>
                <a:lnTo>
                  <a:pt x="532573" y="527293"/>
                </a:lnTo>
                <a:lnTo>
                  <a:pt x="576605" y="488753"/>
                </a:lnTo>
                <a:lnTo>
                  <a:pt x="588068" y="446291"/>
                </a:lnTo>
                <a:lnTo>
                  <a:pt x="588068" y="361270"/>
                </a:lnTo>
                <a:lnTo>
                  <a:pt x="585101" y="339214"/>
                </a:lnTo>
                <a:lnTo>
                  <a:pt x="576604" y="318963"/>
                </a:lnTo>
                <a:lnTo>
                  <a:pt x="563181" y="301538"/>
                </a:lnTo>
                <a:lnTo>
                  <a:pt x="545437" y="287964"/>
                </a:lnTo>
                <a:lnTo>
                  <a:pt x="545018" y="287721"/>
                </a:lnTo>
                <a:close/>
              </a:path>
              <a:path w="588645" h="574039">
                <a:moveTo>
                  <a:pt x="400383" y="204450"/>
                </a:moveTo>
                <a:lnTo>
                  <a:pt x="294081" y="204450"/>
                </a:lnTo>
                <a:lnTo>
                  <a:pt x="307281" y="206153"/>
                </a:lnTo>
                <a:lnTo>
                  <a:pt x="319768" y="211261"/>
                </a:lnTo>
                <a:lnTo>
                  <a:pt x="406348" y="261171"/>
                </a:lnTo>
                <a:lnTo>
                  <a:pt x="406348" y="361270"/>
                </a:lnTo>
                <a:lnTo>
                  <a:pt x="404557" y="374589"/>
                </a:lnTo>
                <a:lnTo>
                  <a:pt x="380596" y="405496"/>
                </a:lnTo>
                <a:lnTo>
                  <a:pt x="294051" y="455649"/>
                </a:lnTo>
                <a:lnTo>
                  <a:pt x="386304" y="455649"/>
                </a:lnTo>
                <a:lnTo>
                  <a:pt x="424106" y="429989"/>
                </a:lnTo>
                <a:lnTo>
                  <a:pt x="449146" y="386801"/>
                </a:lnTo>
                <a:lnTo>
                  <a:pt x="452619" y="361270"/>
                </a:lnTo>
                <a:lnTo>
                  <a:pt x="452619" y="287721"/>
                </a:lnTo>
                <a:lnTo>
                  <a:pt x="545018" y="287721"/>
                </a:lnTo>
                <a:lnTo>
                  <a:pt x="452618" y="234137"/>
                </a:lnTo>
                <a:lnTo>
                  <a:pt x="452618" y="207899"/>
                </a:lnTo>
                <a:lnTo>
                  <a:pt x="406348" y="207899"/>
                </a:lnTo>
                <a:lnTo>
                  <a:pt x="400383" y="204450"/>
                </a:lnTo>
                <a:close/>
              </a:path>
              <a:path w="588645" h="574039">
                <a:moveTo>
                  <a:pt x="294081" y="158153"/>
                </a:moveTo>
                <a:lnTo>
                  <a:pt x="269036" y="161422"/>
                </a:lnTo>
                <a:lnTo>
                  <a:pt x="245424" y="171229"/>
                </a:lnTo>
                <a:lnTo>
                  <a:pt x="181719" y="207899"/>
                </a:lnTo>
                <a:lnTo>
                  <a:pt x="276706" y="207899"/>
                </a:lnTo>
                <a:lnTo>
                  <a:pt x="280928" y="206153"/>
                </a:lnTo>
                <a:lnTo>
                  <a:pt x="294081" y="204450"/>
                </a:lnTo>
                <a:lnTo>
                  <a:pt x="400383" y="204450"/>
                </a:lnTo>
                <a:lnTo>
                  <a:pt x="342921" y="171229"/>
                </a:lnTo>
                <a:lnTo>
                  <a:pt x="319172" y="161422"/>
                </a:lnTo>
                <a:lnTo>
                  <a:pt x="294081" y="158153"/>
                </a:lnTo>
                <a:close/>
              </a:path>
              <a:path w="588645" h="574039">
                <a:moveTo>
                  <a:pt x="397205" y="46305"/>
                </a:moveTo>
                <a:lnTo>
                  <a:pt x="294142" y="46305"/>
                </a:lnTo>
                <a:lnTo>
                  <a:pt x="304015" y="47573"/>
                </a:lnTo>
                <a:lnTo>
                  <a:pt x="313287" y="51374"/>
                </a:lnTo>
                <a:lnTo>
                  <a:pt x="386835" y="93729"/>
                </a:lnTo>
                <a:lnTo>
                  <a:pt x="406348" y="127280"/>
                </a:lnTo>
                <a:lnTo>
                  <a:pt x="406348" y="207899"/>
                </a:lnTo>
                <a:lnTo>
                  <a:pt x="452618" y="207899"/>
                </a:lnTo>
                <a:lnTo>
                  <a:pt x="452618" y="127280"/>
                </a:lnTo>
                <a:lnTo>
                  <a:pt x="441155" y="84834"/>
                </a:lnTo>
                <a:lnTo>
                  <a:pt x="409987" y="53697"/>
                </a:lnTo>
                <a:lnTo>
                  <a:pt x="397205" y="46305"/>
                </a:lnTo>
                <a:close/>
              </a:path>
            </a:pathLst>
          </a:custGeom>
          <a:solidFill>
            <a:srgbClr val="FFFFFF"/>
          </a:solidFill>
        </p:spPr>
        <p:txBody>
          <a:bodyPr wrap="square" lIns="0" tIns="0" rIns="0" bIns="0" rtlCol="0"/>
          <a:lstStyle/>
          <a:p>
            <a:endParaRPr/>
          </a:p>
        </p:txBody>
      </p:sp>
      <p:pic>
        <p:nvPicPr>
          <p:cNvPr id="6" name="object 6"/>
          <p:cNvPicPr/>
          <p:nvPr/>
        </p:nvPicPr>
        <p:blipFill>
          <a:blip r:embed="rId3" cstate="print"/>
          <a:stretch>
            <a:fillRect/>
          </a:stretch>
        </p:blipFill>
        <p:spPr>
          <a:xfrm>
            <a:off x="9519786" y="5516367"/>
            <a:ext cx="909400" cy="319797"/>
          </a:xfrm>
          <a:prstGeom prst="rect">
            <a:avLst/>
          </a:prstGeom>
        </p:spPr>
      </p:pic>
      <p:sp>
        <p:nvSpPr>
          <p:cNvPr id="7" name="object 7"/>
          <p:cNvSpPr txBox="1"/>
          <p:nvPr/>
        </p:nvSpPr>
        <p:spPr>
          <a:xfrm>
            <a:off x="1447800" y="2211111"/>
            <a:ext cx="7543800" cy="1243289"/>
          </a:xfrm>
          <a:prstGeom prst="rect">
            <a:avLst/>
          </a:prstGeom>
        </p:spPr>
        <p:txBody>
          <a:bodyPr vert="horz" wrap="square" lIns="0" tIns="12065" rIns="0" bIns="0" rtlCol="0">
            <a:spAutoFit/>
          </a:bodyPr>
          <a:lstStyle/>
          <a:p>
            <a:pPr marL="12700">
              <a:lnSpc>
                <a:spcPct val="100000"/>
              </a:lnSpc>
              <a:spcBef>
                <a:spcPts val="95"/>
              </a:spcBef>
            </a:pPr>
            <a:r>
              <a:rPr lang="en-US" sz="4000" b="1" dirty="0">
                <a:solidFill>
                  <a:schemeClr val="bg1"/>
                </a:solidFill>
              </a:rPr>
              <a:t>Key </a:t>
            </a:r>
            <a:r>
              <a:rPr lang="en-US" sz="4000" b="1" dirty="0">
                <a:solidFill>
                  <a:schemeClr val="bg1"/>
                </a:solidFill>
                <a:latin typeface="Segoe UI"/>
                <a:ea typeface="+mj-ea"/>
                <a:cs typeface="Segoe UI"/>
              </a:rPr>
              <a:t>Features</a:t>
            </a:r>
            <a:r>
              <a:rPr lang="en-US" sz="4000" b="1" dirty="0">
                <a:solidFill>
                  <a:schemeClr val="bg1"/>
                </a:solidFill>
              </a:rPr>
              <a:t> – Business Perspective</a:t>
            </a:r>
            <a:endParaRPr sz="4000" b="1" dirty="0">
              <a:solidFill>
                <a:schemeClr val="bg1"/>
              </a:solidFill>
              <a:latin typeface="Segoe UI"/>
              <a:cs typeface="Segoe U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36324A-66D8-62E2-01B8-5729DBB95A60}"/>
              </a:ext>
            </a:extLst>
          </p:cNvPr>
          <p:cNvSpPr>
            <a:spLocks noGrp="1"/>
          </p:cNvSpPr>
          <p:nvPr>
            <p:ph type="title"/>
          </p:nvPr>
        </p:nvSpPr>
        <p:spPr>
          <a:xfrm>
            <a:off x="282956" y="260730"/>
            <a:ext cx="11113770" cy="276999"/>
          </a:xfrm>
        </p:spPr>
        <p:txBody>
          <a:bodyPr/>
          <a:lstStyle/>
          <a:p>
            <a:r>
              <a:rPr lang="en-US" dirty="0"/>
              <a:t>Key Features </a:t>
            </a:r>
          </a:p>
        </p:txBody>
      </p:sp>
      <p:graphicFrame>
        <p:nvGraphicFramePr>
          <p:cNvPr id="5" name="Diagram 4">
            <a:extLst>
              <a:ext uri="{FF2B5EF4-FFF2-40B4-BE49-F238E27FC236}">
                <a16:creationId xmlns:a16="http://schemas.microsoft.com/office/drawing/2014/main" id="{6813266A-9207-C1AC-832A-2FAFB49F17D4}"/>
              </a:ext>
            </a:extLst>
          </p:cNvPr>
          <p:cNvGraphicFramePr/>
          <p:nvPr>
            <p:extLst>
              <p:ext uri="{D42A27DB-BD31-4B8C-83A1-F6EECF244321}">
                <p14:modId xmlns:p14="http://schemas.microsoft.com/office/powerpoint/2010/main" val="3219253748"/>
              </p:ext>
            </p:extLst>
          </p:nvPr>
        </p:nvGraphicFramePr>
        <p:xfrm>
          <a:off x="228600" y="762000"/>
          <a:ext cx="11582400" cy="553997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790035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68425" y="1697862"/>
            <a:ext cx="4089400" cy="1191993"/>
          </a:xfrm>
          <a:prstGeom prst="rect">
            <a:avLst/>
          </a:prstGeom>
        </p:spPr>
        <p:txBody>
          <a:bodyPr vert="horz" wrap="square" lIns="0" tIns="12065" rIns="0" bIns="0" rtlCol="0">
            <a:spAutoFit/>
          </a:bodyPr>
          <a:lstStyle/>
          <a:p>
            <a:pPr marL="12700">
              <a:lnSpc>
                <a:spcPts val="4560"/>
              </a:lnSpc>
              <a:spcBef>
                <a:spcPts val="95"/>
              </a:spcBef>
            </a:pPr>
            <a:r>
              <a:rPr lang="en-US" sz="4000" spc="-10" dirty="0">
                <a:solidFill>
                  <a:srgbClr val="FFFFFF"/>
                </a:solidFill>
              </a:rPr>
              <a:t>Process Workflow</a:t>
            </a:r>
            <a:endParaRPr sz="4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6DE539F-6683-AC36-1326-11A4981AC908}"/>
              </a:ext>
            </a:extLst>
          </p:cNvPr>
          <p:cNvSpPr txBox="1"/>
          <p:nvPr/>
        </p:nvSpPr>
        <p:spPr>
          <a:xfrm>
            <a:off x="8839200" y="1371600"/>
            <a:ext cx="1524000" cy="1447800"/>
          </a:xfrm>
          <a:prstGeom prst="rect">
            <a:avLst/>
          </a:prstGeom>
          <a:solidFill>
            <a:schemeClr val="bg1"/>
          </a:solidFill>
        </p:spPr>
        <p:txBody>
          <a:bodyPr wrap="square" rtlCol="0">
            <a:spAutoFit/>
          </a:bodyPr>
          <a:lstStyle/>
          <a:p>
            <a:endParaRPr lang="en-US" dirty="0"/>
          </a:p>
        </p:txBody>
      </p:sp>
      <p:pic>
        <p:nvPicPr>
          <p:cNvPr id="3" name="Picture 2" descr="A diagram of a customer">
            <a:extLst>
              <a:ext uri="{FF2B5EF4-FFF2-40B4-BE49-F238E27FC236}">
                <a16:creationId xmlns:a16="http://schemas.microsoft.com/office/drawing/2014/main" id="{A31223FA-86C5-EF75-2FBC-E1A4B38E0B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600" y="247650"/>
            <a:ext cx="10058400" cy="6362700"/>
          </a:xfrm>
          <a:prstGeom prst="rect">
            <a:avLst/>
          </a:prstGeom>
        </p:spPr>
      </p:pic>
    </p:spTree>
    <p:extLst>
      <p:ext uri="{BB962C8B-B14F-4D97-AF65-F5344CB8AC3E}">
        <p14:creationId xmlns:p14="http://schemas.microsoft.com/office/powerpoint/2010/main" val="37709063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3">
            <a:extLst>
              <a:ext uri="{FF2B5EF4-FFF2-40B4-BE49-F238E27FC236}">
                <a16:creationId xmlns:a16="http://schemas.microsoft.com/office/drawing/2014/main" id="{BACED4B2-2167-A6C1-8346-4FB7927CDC86}"/>
              </a:ext>
            </a:extLst>
          </p:cNvPr>
          <p:cNvGraphicFramePr>
            <a:graphicFrameLocks noGrp="1"/>
          </p:cNvGraphicFramePr>
          <p:nvPr>
            <p:extLst>
              <p:ext uri="{D42A27DB-BD31-4B8C-83A1-F6EECF244321}">
                <p14:modId xmlns:p14="http://schemas.microsoft.com/office/powerpoint/2010/main" val="3308237481"/>
              </p:ext>
            </p:extLst>
          </p:nvPr>
        </p:nvGraphicFramePr>
        <p:xfrm>
          <a:off x="495300" y="838200"/>
          <a:ext cx="11353800" cy="4648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TextBox 6">
            <a:extLst>
              <a:ext uri="{FF2B5EF4-FFF2-40B4-BE49-F238E27FC236}">
                <a16:creationId xmlns:a16="http://schemas.microsoft.com/office/drawing/2014/main" id="{51ABC50C-B556-A622-0DEA-5DBE965AC960}"/>
              </a:ext>
            </a:extLst>
          </p:cNvPr>
          <p:cNvSpPr txBox="1"/>
          <p:nvPr/>
        </p:nvSpPr>
        <p:spPr>
          <a:xfrm>
            <a:off x="76200" y="152400"/>
            <a:ext cx="6096000" cy="369332"/>
          </a:xfrm>
          <a:prstGeom prst="rect">
            <a:avLst/>
          </a:prstGeom>
          <a:noFill/>
        </p:spPr>
        <p:txBody>
          <a:bodyPr wrap="square">
            <a:spAutoFit/>
          </a:bodyPr>
          <a:lstStyle/>
          <a:p>
            <a:r>
              <a:rPr kumimoji="0" lang="en-US" sz="1800" b="1" i="0" u="none" strike="noStrike" kern="0" cap="none" spc="0" normalizeH="0" baseline="0" noProof="0" dirty="0">
                <a:ln>
                  <a:noFill/>
                </a:ln>
                <a:solidFill>
                  <a:srgbClr val="221BFF"/>
                </a:solidFill>
                <a:effectLst/>
                <a:uLnTx/>
                <a:uFillTx/>
                <a:latin typeface="Segoe UI"/>
                <a:ea typeface="+mj-ea"/>
                <a:cs typeface="Segoe UI"/>
              </a:rPr>
              <a:t>Use Cases</a:t>
            </a:r>
            <a:endParaRPr lang="en-US" dirty="0"/>
          </a:p>
        </p:txBody>
      </p:sp>
    </p:spTree>
    <p:extLst>
      <p:ext uri="{BB962C8B-B14F-4D97-AF65-F5344CB8AC3E}">
        <p14:creationId xmlns:p14="http://schemas.microsoft.com/office/powerpoint/2010/main" val="6252653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4400" y="2133600"/>
            <a:ext cx="5408575" cy="1184940"/>
          </a:xfrm>
          <a:prstGeom prst="rect">
            <a:avLst/>
          </a:prstGeom>
        </p:spPr>
        <p:txBody>
          <a:bodyPr vert="horz" wrap="square" lIns="0" tIns="81280" rIns="0" bIns="0" rtlCol="0">
            <a:spAutoFit/>
          </a:bodyPr>
          <a:lstStyle/>
          <a:p>
            <a:pPr marL="12700" marR="5080">
              <a:lnSpc>
                <a:spcPts val="4320"/>
              </a:lnSpc>
              <a:spcBef>
                <a:spcPts val="640"/>
              </a:spcBef>
              <a:tabLst>
                <a:tab pos="644525" algn="l"/>
              </a:tabLst>
            </a:pPr>
            <a:r>
              <a:rPr lang="en-US" sz="4000" dirty="0">
                <a:solidFill>
                  <a:schemeClr val="bg1"/>
                </a:solidFill>
              </a:rPr>
              <a:t>Inputs &amp; Outputs – Business Keys</a:t>
            </a:r>
            <a:endParaRPr sz="4000" dirty="0">
              <a:solidFill>
                <a:schemeClr val="bg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r>
              <a:rPr lang="en-US" dirty="0"/>
              <a:t>Purpose: Explain what the client needs to provide and what they will get from the APIs.</a:t>
            </a:r>
          </a:p>
        </p:txBody>
      </p:sp>
      <p:graphicFrame>
        <p:nvGraphicFramePr>
          <p:cNvPr id="3" name="Diagram 2">
            <a:extLst>
              <a:ext uri="{FF2B5EF4-FFF2-40B4-BE49-F238E27FC236}">
                <a16:creationId xmlns:a16="http://schemas.microsoft.com/office/drawing/2014/main" id="{097B9559-7C1D-1945-C04F-FFDD56427C3F}"/>
              </a:ext>
            </a:extLst>
          </p:cNvPr>
          <p:cNvGraphicFramePr/>
          <p:nvPr>
            <p:extLst>
              <p:ext uri="{D42A27DB-BD31-4B8C-83A1-F6EECF244321}">
                <p14:modId xmlns:p14="http://schemas.microsoft.com/office/powerpoint/2010/main" val="1060890119"/>
              </p:ext>
            </p:extLst>
          </p:nvPr>
        </p:nvGraphicFramePr>
        <p:xfrm>
          <a:off x="381000" y="990600"/>
          <a:ext cx="10668000" cy="4495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BA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0f1e79fc-1f4d-4187-a67d-c1c5354c13f8}" enabled="1" method="Standard" siteId="{e1304ad9-93ba-4557-8b20-8c1c1143b399}" contentBits="2" removed="0"/>
</clbl:labelList>
</file>

<file path=docProps/app.xml><?xml version="1.0" encoding="utf-8"?>
<Properties xmlns="http://schemas.openxmlformats.org/officeDocument/2006/extended-properties" xmlns:vt="http://schemas.openxmlformats.org/officeDocument/2006/docPropsVTypes">
  <Template>Slice</Template>
  <TotalTime>509</TotalTime>
  <Words>771</Words>
  <Application>Microsoft Office PowerPoint</Application>
  <PresentationFormat>Widescreen</PresentationFormat>
  <Paragraphs>86</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Segoe UI</vt:lpstr>
      <vt:lpstr>Office Theme</vt:lpstr>
      <vt:lpstr>Api Marketplace  “Golden Wallet”</vt:lpstr>
      <vt:lpstr>Description</vt:lpstr>
      <vt:lpstr>Descriptions </vt:lpstr>
      <vt:lpstr>Terminologies </vt:lpstr>
      <vt:lpstr>PowerPoint Presentation</vt:lpstr>
      <vt:lpstr>PowerPoint Presentation</vt:lpstr>
      <vt:lpstr>Key Features </vt:lpstr>
      <vt:lpstr>Process Workflow</vt:lpstr>
      <vt:lpstr>PowerPoint Presentation</vt:lpstr>
      <vt:lpstr>PowerPoint Presentation</vt:lpstr>
      <vt:lpstr>Inputs &amp; Outputs – Business Keys</vt:lpstr>
      <vt:lpstr>Purpose: Explain what the client needs to provide and what they will get from the APIs.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Saed B. Basseet</dc:creator>
  <cp:lastModifiedBy>Marwan Ahmed Hafez | Ejada Systems</cp:lastModifiedBy>
  <cp:revision>8</cp:revision>
  <dcterms:created xsi:type="dcterms:W3CDTF">2025-08-14T10:33:30Z</dcterms:created>
  <dcterms:modified xsi:type="dcterms:W3CDTF">2025-09-15T10:51:02Z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2025-04-30T00:00:00Z</vt:filetime>
  </property>
  <property fmtid="{D5CDD505-2E9C-101B-9397-08002B2CF9AE}" pid="3" name="Creator">
    <vt:lpwstr>Microsoft® PowerPoint® 2019</vt:lpwstr>
  </property>
  <property fmtid="{D5CDD505-2E9C-101B-9397-08002B2CF9AE}" pid="4" name="LastSaved">
    <vt:filetime>2025-08-14T00:00:00Z</vt:filetime>
  </property>
  <property fmtid="{D5CDD505-2E9C-101B-9397-08002B2CF9AE}" pid="5" name="Producer">
    <vt:lpwstr>Microsoft® PowerPoint® 2019</vt:lpwstr>
  </property>
  <property fmtid="{D5CDD505-2E9C-101B-9397-08002B2CF9AE}" pid="6" name="ClassificationContentMarkingFooterLocations">
    <vt:lpwstr>Office Theme:8</vt:lpwstr>
  </property>
  <property fmtid="{D5CDD505-2E9C-101B-9397-08002B2CF9AE}" pid="7" name="ClassificationContentMarkingFooterText">
    <vt:lpwstr>Ejada Internal Use Only</vt:lpwstr>
  </property>
</Properties>
</file>