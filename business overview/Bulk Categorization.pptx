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73" r:id="rId5"/>
    <p:sldId id="274" r:id="rId6"/>
    <p:sldId id="276" r:id="rId7"/>
    <p:sldId id="285" r:id="rId8"/>
    <p:sldId id="279" r:id="rId9"/>
    <p:sldId id="286" r:id="rId10"/>
    <p:sldId id="287" r:id="rId11"/>
    <p:sldId id="288" r:id="rId12"/>
    <p:sldId id="282" r:id="rId13"/>
    <p:sldId id="284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29588E-B35F-4967-B2D3-DACC2F0C2639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5D9197E6-7C88-45DA-8DA2-38A118081E3F}">
      <dgm:prSet/>
      <dgm:spPr/>
      <dgm:t>
        <a:bodyPr/>
        <a:lstStyle/>
        <a:p>
          <a:r>
            <a:rPr lang="en-US" b="1"/>
            <a:t>What is the API Marketplace?</a:t>
          </a:r>
          <a:endParaRPr lang="en-US"/>
        </a:p>
      </dgm:t>
    </dgm:pt>
    <dgm:pt modelId="{5B4AA7D7-3916-47A3-BEBF-9B2D39762765}" type="parTrans" cxnId="{91FC7EE9-2805-49A7-9BCE-F33194E8AA2B}">
      <dgm:prSet/>
      <dgm:spPr/>
      <dgm:t>
        <a:bodyPr/>
        <a:lstStyle/>
        <a:p>
          <a:endParaRPr lang="en-US"/>
        </a:p>
      </dgm:t>
    </dgm:pt>
    <dgm:pt modelId="{F28E4715-1239-4CBE-9933-B063AC0792E5}" type="sibTrans" cxnId="{91FC7EE9-2805-49A7-9BCE-F33194E8AA2B}">
      <dgm:prSet/>
      <dgm:spPr/>
      <dgm:t>
        <a:bodyPr/>
        <a:lstStyle/>
        <a:p>
          <a:endParaRPr lang="en-US"/>
        </a:p>
      </dgm:t>
    </dgm:pt>
    <dgm:pt modelId="{828FE820-0F1A-40BB-89F9-F5CF388DD07F}">
      <dgm:prSet/>
      <dgm:spPr/>
      <dgm:t>
        <a:bodyPr/>
        <a:lstStyle/>
        <a:p>
          <a:r>
            <a:rPr lang="en-US"/>
            <a:t>A centralized platform that exposes APIs from ARG subsidiaries in a unified, secure, and standardized way</a:t>
          </a:r>
        </a:p>
      </dgm:t>
    </dgm:pt>
    <dgm:pt modelId="{17DB0189-C902-4FDA-B346-BE2C00E85960}" type="parTrans" cxnId="{E1DB650B-1F95-4980-BE52-7998F7501D2C}">
      <dgm:prSet/>
      <dgm:spPr/>
      <dgm:t>
        <a:bodyPr/>
        <a:lstStyle/>
        <a:p>
          <a:endParaRPr lang="en-US"/>
        </a:p>
      </dgm:t>
    </dgm:pt>
    <dgm:pt modelId="{736B29F7-81DC-4A2F-AA1F-7EC921F6BC0B}" type="sibTrans" cxnId="{E1DB650B-1F95-4980-BE52-7998F7501D2C}">
      <dgm:prSet/>
      <dgm:spPr/>
      <dgm:t>
        <a:bodyPr/>
        <a:lstStyle/>
        <a:p>
          <a:endParaRPr lang="en-US"/>
        </a:p>
      </dgm:t>
    </dgm:pt>
    <dgm:pt modelId="{53002FF4-38D1-449E-A6C9-F0664EB59865}">
      <dgm:prSet/>
      <dgm:spPr/>
      <dgm:t>
        <a:bodyPr/>
        <a:lstStyle/>
        <a:p>
          <a:r>
            <a:rPr lang="en-US" b="1" dirty="0"/>
            <a:t>What is Bulk Categorization?</a:t>
          </a:r>
          <a:endParaRPr lang="en-US" dirty="0"/>
        </a:p>
      </dgm:t>
    </dgm:pt>
    <dgm:pt modelId="{58372C56-CC8A-4DAF-AB00-CD9FD832DA0C}" type="parTrans" cxnId="{3BF700DE-7EA1-4F1A-8086-519306092392}">
      <dgm:prSet/>
      <dgm:spPr/>
      <dgm:t>
        <a:bodyPr/>
        <a:lstStyle/>
        <a:p>
          <a:endParaRPr lang="en-US"/>
        </a:p>
      </dgm:t>
    </dgm:pt>
    <dgm:pt modelId="{FDAD25F0-BB19-4AB6-A475-7626E098850E}" type="sibTrans" cxnId="{3BF700DE-7EA1-4F1A-8086-519306092392}">
      <dgm:prSet/>
      <dgm:spPr/>
      <dgm:t>
        <a:bodyPr/>
        <a:lstStyle/>
        <a:p>
          <a:endParaRPr lang="en-US"/>
        </a:p>
      </dgm:t>
    </dgm:pt>
    <dgm:pt modelId="{EB5269CF-FD94-49D2-BAB7-1D2CA16F52B7}">
      <dgm:prSet/>
      <dgm:spPr/>
      <dgm:t>
        <a:bodyPr/>
        <a:lstStyle/>
        <a:p>
          <a:r>
            <a:rPr lang="en-US" dirty="0"/>
            <a:t>An AI-powered service that classifies a bulk list of merchants into predefined business categories.</a:t>
          </a:r>
        </a:p>
      </dgm:t>
    </dgm:pt>
    <dgm:pt modelId="{805A7FA1-703D-4303-8B2D-EEF993745B59}" type="parTrans" cxnId="{C045DB74-8300-4EEB-A761-96D75DF53EF0}">
      <dgm:prSet/>
      <dgm:spPr/>
      <dgm:t>
        <a:bodyPr/>
        <a:lstStyle/>
        <a:p>
          <a:endParaRPr lang="en-US"/>
        </a:p>
      </dgm:t>
    </dgm:pt>
    <dgm:pt modelId="{9127CA1F-94B6-4DB8-8595-B36D5BEBA860}" type="sibTrans" cxnId="{C045DB74-8300-4EEB-A761-96D75DF53EF0}">
      <dgm:prSet/>
      <dgm:spPr/>
      <dgm:t>
        <a:bodyPr/>
        <a:lstStyle/>
        <a:p>
          <a:endParaRPr lang="en-US"/>
        </a:p>
      </dgm:t>
    </dgm:pt>
    <dgm:pt modelId="{8A011642-EF62-422E-B3BC-E153D81D0CAA}">
      <dgm:prSet/>
      <dgm:spPr/>
      <dgm:t>
        <a:bodyPr/>
        <a:lstStyle/>
        <a:p>
          <a:r>
            <a:rPr lang="en-US" dirty="0"/>
            <a:t>Customers can review, confirm, and modify classifications when required.</a:t>
          </a:r>
        </a:p>
      </dgm:t>
    </dgm:pt>
    <dgm:pt modelId="{712D3420-DFD4-412E-A271-49A8BC54586A}" type="parTrans" cxnId="{5D9B553A-497C-4EE4-A880-A40C78B3C12D}">
      <dgm:prSet/>
      <dgm:spPr/>
      <dgm:t>
        <a:bodyPr/>
        <a:lstStyle/>
        <a:p>
          <a:endParaRPr lang="en-US"/>
        </a:p>
      </dgm:t>
    </dgm:pt>
    <dgm:pt modelId="{6EC7EE40-A1DF-4A7C-BD30-D2D13E0B9886}" type="sibTrans" cxnId="{5D9B553A-497C-4EE4-A880-A40C78B3C12D}">
      <dgm:prSet/>
      <dgm:spPr/>
      <dgm:t>
        <a:bodyPr/>
        <a:lstStyle/>
        <a:p>
          <a:endParaRPr lang="en-US"/>
        </a:p>
      </dgm:t>
    </dgm:pt>
    <dgm:pt modelId="{5D10A91C-3E48-48D8-8942-63F594557B32}">
      <dgm:prSet/>
      <dgm:spPr/>
      <dgm:t>
        <a:bodyPr/>
        <a:lstStyle/>
        <a:p>
          <a:r>
            <a:rPr lang="en-US" b="1"/>
            <a:t>What Bulk Categorization Does:</a:t>
          </a:r>
          <a:endParaRPr lang="en-US"/>
        </a:p>
      </dgm:t>
    </dgm:pt>
    <dgm:pt modelId="{FF8A8549-24A9-4C9E-AB12-22EBF23CC0A8}" type="parTrans" cxnId="{BD44D984-F210-451A-82A3-FCFBE2BD2AEC}">
      <dgm:prSet/>
      <dgm:spPr/>
      <dgm:t>
        <a:bodyPr/>
        <a:lstStyle/>
        <a:p>
          <a:endParaRPr lang="en-US"/>
        </a:p>
      </dgm:t>
    </dgm:pt>
    <dgm:pt modelId="{B9515596-2015-4771-9C24-D4644544E834}" type="sibTrans" cxnId="{BD44D984-F210-451A-82A3-FCFBE2BD2AEC}">
      <dgm:prSet/>
      <dgm:spPr/>
      <dgm:t>
        <a:bodyPr/>
        <a:lstStyle/>
        <a:p>
          <a:endParaRPr lang="en-US"/>
        </a:p>
      </dgm:t>
    </dgm:pt>
    <dgm:pt modelId="{70CB02D2-769B-4EEA-844B-6088BC0BFC38}">
      <dgm:prSet/>
      <dgm:spPr/>
      <dgm:t>
        <a:bodyPr/>
        <a:lstStyle/>
        <a:p>
          <a:r>
            <a:rPr lang="en-US"/>
            <a:t>Automatically classifies merchants using AI.</a:t>
          </a:r>
        </a:p>
      </dgm:t>
    </dgm:pt>
    <dgm:pt modelId="{E6A20450-5173-4E03-A229-DD16009A8045}" type="parTrans" cxnId="{B34E4A32-AD8D-47F6-AF88-0D666D8332AE}">
      <dgm:prSet/>
      <dgm:spPr/>
      <dgm:t>
        <a:bodyPr/>
        <a:lstStyle/>
        <a:p>
          <a:endParaRPr lang="en-US"/>
        </a:p>
      </dgm:t>
    </dgm:pt>
    <dgm:pt modelId="{BD35AF1E-9712-4CEE-AB5C-949414A0B121}" type="sibTrans" cxnId="{B34E4A32-AD8D-47F6-AF88-0D666D8332AE}">
      <dgm:prSet/>
      <dgm:spPr/>
      <dgm:t>
        <a:bodyPr/>
        <a:lstStyle/>
        <a:p>
          <a:endParaRPr lang="en-US"/>
        </a:p>
      </dgm:t>
    </dgm:pt>
    <dgm:pt modelId="{92A263AD-50BF-4540-95C2-3FDC13EE136E}">
      <dgm:prSet/>
      <dgm:spPr/>
      <dgm:t>
        <a:bodyPr/>
        <a:lstStyle/>
        <a:p>
          <a:r>
            <a:rPr lang="en-US"/>
            <a:t>Allows customers to update or adjust results if needed.</a:t>
          </a:r>
        </a:p>
      </dgm:t>
    </dgm:pt>
    <dgm:pt modelId="{5E2B4C55-F47A-463B-9F5C-FFC6CD5F3BE4}" type="parTrans" cxnId="{7E460B0C-2232-43C7-83E7-57CF61819350}">
      <dgm:prSet/>
      <dgm:spPr/>
      <dgm:t>
        <a:bodyPr/>
        <a:lstStyle/>
        <a:p>
          <a:endParaRPr lang="en-US"/>
        </a:p>
      </dgm:t>
    </dgm:pt>
    <dgm:pt modelId="{A8FAE50A-B2E1-4ADD-908D-D463EAEE34D3}" type="sibTrans" cxnId="{7E460B0C-2232-43C7-83E7-57CF61819350}">
      <dgm:prSet/>
      <dgm:spPr/>
      <dgm:t>
        <a:bodyPr/>
        <a:lstStyle/>
        <a:p>
          <a:endParaRPr lang="en-US"/>
        </a:p>
      </dgm:t>
    </dgm:pt>
    <dgm:pt modelId="{1417C357-0FC1-427E-AFEF-A50B98466F59}">
      <dgm:prSet/>
      <dgm:spPr/>
      <dgm:t>
        <a:bodyPr/>
        <a:lstStyle/>
        <a:p>
          <a:r>
            <a:rPr lang="en-US" b="1"/>
            <a:t>How It Will Be Used (B2B Context):</a:t>
          </a:r>
          <a:endParaRPr lang="en-US"/>
        </a:p>
      </dgm:t>
    </dgm:pt>
    <dgm:pt modelId="{6F43ED9E-6D8C-40B9-878D-2300EA52FC97}" type="parTrans" cxnId="{D2DEFD2D-1CE6-4547-84CA-B7781FA4C93D}">
      <dgm:prSet/>
      <dgm:spPr/>
      <dgm:t>
        <a:bodyPr/>
        <a:lstStyle/>
        <a:p>
          <a:endParaRPr lang="en-US"/>
        </a:p>
      </dgm:t>
    </dgm:pt>
    <dgm:pt modelId="{A4B19848-3376-4B94-AAC7-8B2A8214038F}" type="sibTrans" cxnId="{D2DEFD2D-1CE6-4547-84CA-B7781FA4C93D}">
      <dgm:prSet/>
      <dgm:spPr/>
      <dgm:t>
        <a:bodyPr/>
        <a:lstStyle/>
        <a:p>
          <a:endParaRPr lang="en-US"/>
        </a:p>
      </dgm:t>
    </dgm:pt>
    <dgm:pt modelId="{4268C34D-BE21-4DFC-9C2B-9922B5D14FE0}">
      <dgm:prSet/>
      <dgm:spPr/>
      <dgm:t>
        <a:bodyPr/>
        <a:lstStyle/>
        <a:p>
          <a:r>
            <a:rPr lang="en-US" dirty="0"/>
            <a:t>Subsidiaries integrate with the API Marketplace to offer this service via digital channels.</a:t>
          </a:r>
        </a:p>
      </dgm:t>
    </dgm:pt>
    <dgm:pt modelId="{9E01F43A-C16B-49A2-B1BD-CFCEB81A3A57}" type="parTrans" cxnId="{6012D735-F3B6-4FD6-B157-A952F1D68077}">
      <dgm:prSet/>
      <dgm:spPr/>
      <dgm:t>
        <a:bodyPr/>
        <a:lstStyle/>
        <a:p>
          <a:endParaRPr lang="en-US"/>
        </a:p>
      </dgm:t>
    </dgm:pt>
    <dgm:pt modelId="{E992D1B7-D14F-441C-B48D-1E6378824F02}" type="sibTrans" cxnId="{6012D735-F3B6-4FD6-B157-A952F1D68077}">
      <dgm:prSet/>
      <dgm:spPr/>
      <dgm:t>
        <a:bodyPr/>
        <a:lstStyle/>
        <a:p>
          <a:endParaRPr lang="en-US"/>
        </a:p>
      </dgm:t>
    </dgm:pt>
    <dgm:pt modelId="{3F983FB5-8AF8-4220-8F21-4F6673B168B6}">
      <dgm:prSet/>
      <dgm:spPr/>
      <dgm:t>
        <a:bodyPr/>
        <a:lstStyle/>
        <a:p>
          <a:r>
            <a:rPr lang="en-US" b="1"/>
            <a:t>Advantages (Business View):</a:t>
          </a:r>
          <a:endParaRPr lang="en-US"/>
        </a:p>
      </dgm:t>
    </dgm:pt>
    <dgm:pt modelId="{A5CA082D-7B10-44E7-9802-F07D5C32FD74}" type="parTrans" cxnId="{36F23786-EBB6-40C1-8C2A-51DBA71C01D6}">
      <dgm:prSet/>
      <dgm:spPr/>
      <dgm:t>
        <a:bodyPr/>
        <a:lstStyle/>
        <a:p>
          <a:endParaRPr lang="en-US"/>
        </a:p>
      </dgm:t>
    </dgm:pt>
    <dgm:pt modelId="{05C97E4F-5C4A-4945-8736-33F0A371943C}" type="sibTrans" cxnId="{36F23786-EBB6-40C1-8C2A-51DBA71C01D6}">
      <dgm:prSet/>
      <dgm:spPr/>
      <dgm:t>
        <a:bodyPr/>
        <a:lstStyle/>
        <a:p>
          <a:endParaRPr lang="en-US"/>
        </a:p>
      </dgm:t>
    </dgm:pt>
    <dgm:pt modelId="{8A0E5D56-FF3D-4342-B6E8-E77BBE6998AE}">
      <dgm:prSet/>
      <dgm:spPr/>
      <dgm:t>
        <a:bodyPr/>
        <a:lstStyle/>
        <a:p>
          <a:r>
            <a:rPr lang="en-US"/>
            <a:t>Provides accurate classification without building a new AI solution.</a:t>
          </a:r>
        </a:p>
      </dgm:t>
    </dgm:pt>
    <dgm:pt modelId="{958BE40B-BB84-4E76-ACB5-747A399539DB}" type="parTrans" cxnId="{AB1DF11E-0A65-4FDE-9FEF-E1C8AB27E969}">
      <dgm:prSet/>
      <dgm:spPr/>
      <dgm:t>
        <a:bodyPr/>
        <a:lstStyle/>
        <a:p>
          <a:endParaRPr lang="en-US"/>
        </a:p>
      </dgm:t>
    </dgm:pt>
    <dgm:pt modelId="{3E991C7D-5D6F-417B-A008-5C2BCCF85D4F}" type="sibTrans" cxnId="{AB1DF11E-0A65-4FDE-9FEF-E1C8AB27E969}">
      <dgm:prSet/>
      <dgm:spPr/>
      <dgm:t>
        <a:bodyPr/>
        <a:lstStyle/>
        <a:p>
          <a:endParaRPr lang="en-US"/>
        </a:p>
      </dgm:t>
    </dgm:pt>
    <dgm:pt modelId="{C415149A-C8E6-49F6-BCBB-F6EEDD4746C0}">
      <dgm:prSet/>
      <dgm:spPr/>
      <dgm:t>
        <a:bodyPr/>
        <a:lstStyle/>
        <a:p>
          <a:r>
            <a:rPr lang="en-US"/>
            <a:t>Supports bulk processing to save time and effort.</a:t>
          </a:r>
        </a:p>
      </dgm:t>
    </dgm:pt>
    <dgm:pt modelId="{A61A53DF-095A-4FED-8B15-E560B9415144}" type="parTrans" cxnId="{E347A71E-10E6-4B4F-85DC-7F038F53C68C}">
      <dgm:prSet/>
      <dgm:spPr/>
      <dgm:t>
        <a:bodyPr/>
        <a:lstStyle/>
        <a:p>
          <a:endParaRPr lang="en-US"/>
        </a:p>
      </dgm:t>
    </dgm:pt>
    <dgm:pt modelId="{DC7CB871-9C16-448B-8579-9DE13E146F06}" type="sibTrans" cxnId="{E347A71E-10E6-4B4F-85DC-7F038F53C68C}">
      <dgm:prSet/>
      <dgm:spPr/>
      <dgm:t>
        <a:bodyPr/>
        <a:lstStyle/>
        <a:p>
          <a:endParaRPr lang="en-US"/>
        </a:p>
      </dgm:t>
    </dgm:pt>
    <dgm:pt modelId="{37D3A984-9E5A-48A1-857E-C7E25BFD3595}">
      <dgm:prSet/>
      <dgm:spPr/>
      <dgm:t>
        <a:bodyPr/>
        <a:lstStyle/>
        <a:p>
          <a:r>
            <a:rPr lang="en-US"/>
            <a:t>Standardized and secure access through API Marketplace.</a:t>
          </a:r>
        </a:p>
      </dgm:t>
    </dgm:pt>
    <dgm:pt modelId="{AD43E263-9A94-460B-91C8-CFF699ECD143}" type="parTrans" cxnId="{F00155C0-F98A-4BCA-83BA-25C273791488}">
      <dgm:prSet/>
      <dgm:spPr/>
      <dgm:t>
        <a:bodyPr/>
        <a:lstStyle/>
        <a:p>
          <a:endParaRPr lang="en-US"/>
        </a:p>
      </dgm:t>
    </dgm:pt>
    <dgm:pt modelId="{56196249-0E41-496F-93CD-703E1B51BDE5}" type="sibTrans" cxnId="{F00155C0-F98A-4BCA-83BA-25C273791488}">
      <dgm:prSet/>
      <dgm:spPr/>
      <dgm:t>
        <a:bodyPr/>
        <a:lstStyle/>
        <a:p>
          <a:endParaRPr lang="en-US"/>
        </a:p>
      </dgm:t>
    </dgm:pt>
    <dgm:pt modelId="{279B9AB7-2BCE-4572-A542-44CEE659E968}">
      <dgm:prSet/>
      <dgm:spPr/>
      <dgm:t>
        <a:bodyPr/>
        <a:lstStyle/>
        <a:p>
          <a:r>
            <a:rPr lang="en-US"/>
            <a:t>Faster time-to-market and centralized monitoring.</a:t>
          </a:r>
        </a:p>
      </dgm:t>
    </dgm:pt>
    <dgm:pt modelId="{A6879DCF-5079-4FD0-878B-6524C28AD4AC}" type="parTrans" cxnId="{3D8903B1-3FBC-4030-A822-962FC83B19BA}">
      <dgm:prSet/>
      <dgm:spPr/>
      <dgm:t>
        <a:bodyPr/>
        <a:lstStyle/>
        <a:p>
          <a:endParaRPr lang="en-US"/>
        </a:p>
      </dgm:t>
    </dgm:pt>
    <dgm:pt modelId="{C372D850-A197-49D6-827D-7C29C80D38D6}" type="sibTrans" cxnId="{3D8903B1-3FBC-4030-A822-962FC83B19BA}">
      <dgm:prSet/>
      <dgm:spPr/>
      <dgm:t>
        <a:bodyPr/>
        <a:lstStyle/>
        <a:p>
          <a:endParaRPr lang="en-US"/>
        </a:p>
      </dgm:t>
    </dgm:pt>
    <dgm:pt modelId="{C46F536A-3ECE-4FE8-A80F-A21B6B0EA35F}">
      <dgm:prSet/>
      <dgm:spPr/>
      <dgm:t>
        <a:bodyPr/>
        <a:lstStyle/>
        <a:p>
          <a:r>
            <a:rPr lang="en-US" b="1"/>
            <a:t>How It Works (Business Flow):</a:t>
          </a:r>
          <a:endParaRPr lang="en-US"/>
        </a:p>
      </dgm:t>
    </dgm:pt>
    <dgm:pt modelId="{9C84149F-BFF7-4390-BF4B-09C61D32A3F7}" type="parTrans" cxnId="{230D06DB-EDF9-4004-8570-6B951A6BD135}">
      <dgm:prSet/>
      <dgm:spPr/>
      <dgm:t>
        <a:bodyPr/>
        <a:lstStyle/>
        <a:p>
          <a:endParaRPr lang="en-US"/>
        </a:p>
      </dgm:t>
    </dgm:pt>
    <dgm:pt modelId="{231E9290-62DA-42AB-AF91-6CF2706B955F}" type="sibTrans" cxnId="{230D06DB-EDF9-4004-8570-6B951A6BD135}">
      <dgm:prSet/>
      <dgm:spPr/>
      <dgm:t>
        <a:bodyPr/>
        <a:lstStyle/>
        <a:p>
          <a:endParaRPr lang="en-US"/>
        </a:p>
      </dgm:t>
    </dgm:pt>
    <dgm:pt modelId="{779ED810-B80D-4A08-873D-AB60ED8734E0}">
      <dgm:prSet/>
      <dgm:spPr/>
      <dgm:t>
        <a:bodyPr/>
        <a:lstStyle/>
        <a:p>
          <a:r>
            <a:rPr lang="en-US" dirty="0"/>
            <a:t>Customer submits bulk merchant details → API Marketplace validates and routes → Categorization Service processes via AI → Results returned to the customer.</a:t>
          </a:r>
        </a:p>
      </dgm:t>
    </dgm:pt>
    <dgm:pt modelId="{3B915096-BEE7-40AA-BE3E-878FF8E41EAB}" type="parTrans" cxnId="{3F00C135-8C8A-42D5-83C0-BD65F5B02FAF}">
      <dgm:prSet/>
      <dgm:spPr/>
      <dgm:t>
        <a:bodyPr/>
        <a:lstStyle/>
        <a:p>
          <a:endParaRPr lang="en-US"/>
        </a:p>
      </dgm:t>
    </dgm:pt>
    <dgm:pt modelId="{5BA087F5-FAD9-4287-9E47-9B5957B64DF7}" type="sibTrans" cxnId="{3F00C135-8C8A-42D5-83C0-BD65F5B02FAF}">
      <dgm:prSet/>
      <dgm:spPr/>
      <dgm:t>
        <a:bodyPr/>
        <a:lstStyle/>
        <a:p>
          <a:endParaRPr lang="en-US"/>
        </a:p>
      </dgm:t>
    </dgm:pt>
    <dgm:pt modelId="{7C6B0D97-E040-4EC6-AB58-BA5DD533CF52}" type="pres">
      <dgm:prSet presAssocID="{E029588E-B35F-4967-B2D3-DACC2F0C2639}" presName="linear" presStyleCnt="0">
        <dgm:presLayoutVars>
          <dgm:animLvl val="lvl"/>
          <dgm:resizeHandles val="exact"/>
        </dgm:presLayoutVars>
      </dgm:prSet>
      <dgm:spPr/>
    </dgm:pt>
    <dgm:pt modelId="{3F8DC793-7681-4041-BC16-4DAF063B4A89}" type="pres">
      <dgm:prSet presAssocID="{5D9197E6-7C88-45DA-8DA2-38A118081E3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D92FE9B-9464-45A2-AA8B-5ADB638F6D2E}" type="pres">
      <dgm:prSet presAssocID="{5D9197E6-7C88-45DA-8DA2-38A118081E3F}" presName="childText" presStyleLbl="revTx" presStyleIdx="0" presStyleCnt="6">
        <dgm:presLayoutVars>
          <dgm:bulletEnabled val="1"/>
        </dgm:presLayoutVars>
      </dgm:prSet>
      <dgm:spPr/>
    </dgm:pt>
    <dgm:pt modelId="{C9A24E85-8D45-461B-8E92-D9EA0D7C68AA}" type="pres">
      <dgm:prSet presAssocID="{53002FF4-38D1-449E-A6C9-F0664EB5986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F2D6035-C07B-4777-A268-91C0D7596B40}" type="pres">
      <dgm:prSet presAssocID="{53002FF4-38D1-449E-A6C9-F0664EB59865}" presName="childText" presStyleLbl="revTx" presStyleIdx="1" presStyleCnt="6">
        <dgm:presLayoutVars>
          <dgm:bulletEnabled val="1"/>
        </dgm:presLayoutVars>
      </dgm:prSet>
      <dgm:spPr/>
    </dgm:pt>
    <dgm:pt modelId="{A513E433-8EAD-40CC-A9EE-2675A2CB24A2}" type="pres">
      <dgm:prSet presAssocID="{5D10A91C-3E48-48D8-8942-63F594557B3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E7D8381-4B58-44F3-9BCF-AA61281CFF2C}" type="pres">
      <dgm:prSet presAssocID="{5D10A91C-3E48-48D8-8942-63F594557B32}" presName="childText" presStyleLbl="revTx" presStyleIdx="2" presStyleCnt="6">
        <dgm:presLayoutVars>
          <dgm:bulletEnabled val="1"/>
        </dgm:presLayoutVars>
      </dgm:prSet>
      <dgm:spPr/>
    </dgm:pt>
    <dgm:pt modelId="{E457C6C6-7AE0-4B85-9F57-36E542B90B77}" type="pres">
      <dgm:prSet presAssocID="{1417C357-0FC1-427E-AFEF-A50B98466F5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8E36D7E-CC89-4BCD-AE0F-4A65F4246C7E}" type="pres">
      <dgm:prSet presAssocID="{1417C357-0FC1-427E-AFEF-A50B98466F59}" presName="childText" presStyleLbl="revTx" presStyleIdx="3" presStyleCnt="6">
        <dgm:presLayoutVars>
          <dgm:bulletEnabled val="1"/>
        </dgm:presLayoutVars>
      </dgm:prSet>
      <dgm:spPr/>
    </dgm:pt>
    <dgm:pt modelId="{4587EEFA-D4F4-4088-A30C-558AF120BD16}" type="pres">
      <dgm:prSet presAssocID="{3F983FB5-8AF8-4220-8F21-4F6673B168B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E1E643E-0EE4-4769-8390-D62C0D75A454}" type="pres">
      <dgm:prSet presAssocID="{3F983FB5-8AF8-4220-8F21-4F6673B168B6}" presName="childText" presStyleLbl="revTx" presStyleIdx="4" presStyleCnt="6">
        <dgm:presLayoutVars>
          <dgm:bulletEnabled val="1"/>
        </dgm:presLayoutVars>
      </dgm:prSet>
      <dgm:spPr/>
    </dgm:pt>
    <dgm:pt modelId="{AE9BFFF9-C39D-42D7-967A-CC1C50B50B8F}" type="pres">
      <dgm:prSet presAssocID="{C46F536A-3ECE-4FE8-A80F-A21B6B0EA35F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348BE5D-808F-4361-9920-3BC6D724DA03}" type="pres">
      <dgm:prSet presAssocID="{C46F536A-3ECE-4FE8-A80F-A21B6B0EA35F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E1DB650B-1F95-4980-BE52-7998F7501D2C}" srcId="{5D9197E6-7C88-45DA-8DA2-38A118081E3F}" destId="{828FE820-0F1A-40BB-89F9-F5CF388DD07F}" srcOrd="0" destOrd="0" parTransId="{17DB0189-C902-4FDA-B346-BE2C00E85960}" sibTransId="{736B29F7-81DC-4A2F-AA1F-7EC921F6BC0B}"/>
    <dgm:cxn modelId="{91F4460B-EBA8-4AF5-BDDB-7C9B03B934E5}" type="presOf" srcId="{E029588E-B35F-4967-B2D3-DACC2F0C2639}" destId="{7C6B0D97-E040-4EC6-AB58-BA5DD533CF52}" srcOrd="0" destOrd="0" presId="urn:microsoft.com/office/officeart/2005/8/layout/vList2"/>
    <dgm:cxn modelId="{7E460B0C-2232-43C7-83E7-57CF61819350}" srcId="{5D10A91C-3E48-48D8-8942-63F594557B32}" destId="{92A263AD-50BF-4540-95C2-3FDC13EE136E}" srcOrd="1" destOrd="0" parTransId="{5E2B4C55-F47A-463B-9F5C-FFC6CD5F3BE4}" sibTransId="{A8FAE50A-B2E1-4ADD-908D-D463EAEE34D3}"/>
    <dgm:cxn modelId="{E347A71E-10E6-4B4F-85DC-7F038F53C68C}" srcId="{3F983FB5-8AF8-4220-8F21-4F6673B168B6}" destId="{C415149A-C8E6-49F6-BCBB-F6EEDD4746C0}" srcOrd="1" destOrd="0" parTransId="{A61A53DF-095A-4FED-8B15-E560B9415144}" sibTransId="{DC7CB871-9C16-448B-8579-9DE13E146F06}"/>
    <dgm:cxn modelId="{AB1DF11E-0A65-4FDE-9FEF-E1C8AB27E969}" srcId="{3F983FB5-8AF8-4220-8F21-4F6673B168B6}" destId="{8A0E5D56-FF3D-4342-B6E8-E77BBE6998AE}" srcOrd="0" destOrd="0" parTransId="{958BE40B-BB84-4E76-ACB5-747A399539DB}" sibTransId="{3E991C7D-5D6F-417B-A008-5C2BCCF85D4F}"/>
    <dgm:cxn modelId="{8311E32B-E1F8-40AD-9435-002A2ACB53B2}" type="presOf" srcId="{5D9197E6-7C88-45DA-8DA2-38A118081E3F}" destId="{3F8DC793-7681-4041-BC16-4DAF063B4A89}" srcOrd="0" destOrd="0" presId="urn:microsoft.com/office/officeart/2005/8/layout/vList2"/>
    <dgm:cxn modelId="{D2DEFD2D-1CE6-4547-84CA-B7781FA4C93D}" srcId="{E029588E-B35F-4967-B2D3-DACC2F0C2639}" destId="{1417C357-0FC1-427E-AFEF-A50B98466F59}" srcOrd="3" destOrd="0" parTransId="{6F43ED9E-6D8C-40B9-878D-2300EA52FC97}" sibTransId="{A4B19848-3376-4B94-AAC7-8B2A8214038F}"/>
    <dgm:cxn modelId="{B34E4A32-AD8D-47F6-AF88-0D666D8332AE}" srcId="{5D10A91C-3E48-48D8-8942-63F594557B32}" destId="{70CB02D2-769B-4EEA-844B-6088BC0BFC38}" srcOrd="0" destOrd="0" parTransId="{E6A20450-5173-4E03-A229-DD16009A8045}" sibTransId="{BD35AF1E-9712-4CEE-AB5C-949414A0B121}"/>
    <dgm:cxn modelId="{3F00C135-8C8A-42D5-83C0-BD65F5B02FAF}" srcId="{C46F536A-3ECE-4FE8-A80F-A21B6B0EA35F}" destId="{779ED810-B80D-4A08-873D-AB60ED8734E0}" srcOrd="0" destOrd="0" parTransId="{3B915096-BEE7-40AA-BE3E-878FF8E41EAB}" sibTransId="{5BA087F5-FAD9-4287-9E47-9B5957B64DF7}"/>
    <dgm:cxn modelId="{6012D735-F3B6-4FD6-B157-A952F1D68077}" srcId="{1417C357-0FC1-427E-AFEF-A50B98466F59}" destId="{4268C34D-BE21-4DFC-9C2B-9922B5D14FE0}" srcOrd="0" destOrd="0" parTransId="{9E01F43A-C16B-49A2-B1BD-CFCEB81A3A57}" sibTransId="{E992D1B7-D14F-441C-B48D-1E6378824F02}"/>
    <dgm:cxn modelId="{5D9B553A-497C-4EE4-A880-A40C78B3C12D}" srcId="{53002FF4-38D1-449E-A6C9-F0664EB59865}" destId="{8A011642-EF62-422E-B3BC-E153D81D0CAA}" srcOrd="1" destOrd="0" parTransId="{712D3420-DFD4-412E-A271-49A8BC54586A}" sibTransId="{6EC7EE40-A1DF-4A7C-BD30-D2D13E0B9886}"/>
    <dgm:cxn modelId="{01B4295E-F16C-4E97-A96C-D11852A6CADC}" type="presOf" srcId="{92A263AD-50BF-4540-95C2-3FDC13EE136E}" destId="{CE7D8381-4B58-44F3-9BCF-AA61281CFF2C}" srcOrd="0" destOrd="1" presId="urn:microsoft.com/office/officeart/2005/8/layout/vList2"/>
    <dgm:cxn modelId="{05D0F465-2270-4C2C-8BC9-217B7D17027C}" type="presOf" srcId="{37D3A984-9E5A-48A1-857E-C7E25BFD3595}" destId="{3E1E643E-0EE4-4769-8390-D62C0D75A454}" srcOrd="0" destOrd="2" presId="urn:microsoft.com/office/officeart/2005/8/layout/vList2"/>
    <dgm:cxn modelId="{8A887D66-5397-4F5D-AA44-2D84DD4598A1}" type="presOf" srcId="{828FE820-0F1A-40BB-89F9-F5CF388DD07F}" destId="{1D92FE9B-9464-45A2-AA8B-5ADB638F6D2E}" srcOrd="0" destOrd="0" presId="urn:microsoft.com/office/officeart/2005/8/layout/vList2"/>
    <dgm:cxn modelId="{F8152F4C-AB3E-4787-BAAB-4B2B991924EE}" type="presOf" srcId="{53002FF4-38D1-449E-A6C9-F0664EB59865}" destId="{C9A24E85-8D45-461B-8E92-D9EA0D7C68AA}" srcOrd="0" destOrd="0" presId="urn:microsoft.com/office/officeart/2005/8/layout/vList2"/>
    <dgm:cxn modelId="{FA11C36C-4EFC-49C3-AEF8-C1BE1ABC13A0}" type="presOf" srcId="{3F983FB5-8AF8-4220-8F21-4F6673B168B6}" destId="{4587EEFA-D4F4-4088-A30C-558AF120BD16}" srcOrd="0" destOrd="0" presId="urn:microsoft.com/office/officeart/2005/8/layout/vList2"/>
    <dgm:cxn modelId="{6CE2C06E-BC41-4168-97AF-E41EF3AB5FB9}" type="presOf" srcId="{5D10A91C-3E48-48D8-8942-63F594557B32}" destId="{A513E433-8EAD-40CC-A9EE-2675A2CB24A2}" srcOrd="0" destOrd="0" presId="urn:microsoft.com/office/officeart/2005/8/layout/vList2"/>
    <dgm:cxn modelId="{FF96196F-F32B-481D-AD8E-BBD893155684}" type="presOf" srcId="{70CB02D2-769B-4EEA-844B-6088BC0BFC38}" destId="{CE7D8381-4B58-44F3-9BCF-AA61281CFF2C}" srcOrd="0" destOrd="0" presId="urn:microsoft.com/office/officeart/2005/8/layout/vList2"/>
    <dgm:cxn modelId="{ED1FDD50-49FC-40C5-A452-D555D43325AC}" type="presOf" srcId="{EB5269CF-FD94-49D2-BAB7-1D2CA16F52B7}" destId="{3F2D6035-C07B-4777-A268-91C0D7596B40}" srcOrd="0" destOrd="0" presId="urn:microsoft.com/office/officeart/2005/8/layout/vList2"/>
    <dgm:cxn modelId="{C045DB74-8300-4EEB-A761-96D75DF53EF0}" srcId="{53002FF4-38D1-449E-A6C9-F0664EB59865}" destId="{EB5269CF-FD94-49D2-BAB7-1D2CA16F52B7}" srcOrd="0" destOrd="0" parTransId="{805A7FA1-703D-4303-8B2D-EEF993745B59}" sibTransId="{9127CA1F-94B6-4DB8-8595-B36D5BEBA860}"/>
    <dgm:cxn modelId="{BD44D984-F210-451A-82A3-FCFBE2BD2AEC}" srcId="{E029588E-B35F-4967-B2D3-DACC2F0C2639}" destId="{5D10A91C-3E48-48D8-8942-63F594557B32}" srcOrd="2" destOrd="0" parTransId="{FF8A8549-24A9-4C9E-AB12-22EBF23CC0A8}" sibTransId="{B9515596-2015-4771-9C24-D4644544E834}"/>
    <dgm:cxn modelId="{36F23786-EBB6-40C1-8C2A-51DBA71C01D6}" srcId="{E029588E-B35F-4967-B2D3-DACC2F0C2639}" destId="{3F983FB5-8AF8-4220-8F21-4F6673B168B6}" srcOrd="4" destOrd="0" parTransId="{A5CA082D-7B10-44E7-9802-F07D5C32FD74}" sibTransId="{05C97E4F-5C4A-4945-8736-33F0A371943C}"/>
    <dgm:cxn modelId="{E02954AB-4B75-4B19-A80D-42995751DB73}" type="presOf" srcId="{8A011642-EF62-422E-B3BC-E153D81D0CAA}" destId="{3F2D6035-C07B-4777-A268-91C0D7596B40}" srcOrd="0" destOrd="1" presId="urn:microsoft.com/office/officeart/2005/8/layout/vList2"/>
    <dgm:cxn modelId="{3D8903B1-3FBC-4030-A822-962FC83B19BA}" srcId="{3F983FB5-8AF8-4220-8F21-4F6673B168B6}" destId="{279B9AB7-2BCE-4572-A542-44CEE659E968}" srcOrd="3" destOrd="0" parTransId="{A6879DCF-5079-4FD0-878B-6524C28AD4AC}" sibTransId="{C372D850-A197-49D6-827D-7C29C80D38D6}"/>
    <dgm:cxn modelId="{829AA7B4-0890-4901-B2DF-D67499DF86B8}" type="presOf" srcId="{279B9AB7-2BCE-4572-A542-44CEE659E968}" destId="{3E1E643E-0EE4-4769-8390-D62C0D75A454}" srcOrd="0" destOrd="3" presId="urn:microsoft.com/office/officeart/2005/8/layout/vList2"/>
    <dgm:cxn modelId="{F00155C0-F98A-4BCA-83BA-25C273791488}" srcId="{3F983FB5-8AF8-4220-8F21-4F6673B168B6}" destId="{37D3A984-9E5A-48A1-857E-C7E25BFD3595}" srcOrd="2" destOrd="0" parTransId="{AD43E263-9A94-460B-91C8-CFF699ECD143}" sibTransId="{56196249-0E41-496F-93CD-703E1B51BDE5}"/>
    <dgm:cxn modelId="{35E79BC2-BD39-4371-AE1E-69FA2A18C1DF}" type="presOf" srcId="{1417C357-0FC1-427E-AFEF-A50B98466F59}" destId="{E457C6C6-7AE0-4B85-9F57-36E542B90B77}" srcOrd="0" destOrd="0" presId="urn:microsoft.com/office/officeart/2005/8/layout/vList2"/>
    <dgm:cxn modelId="{E8EFEFC8-43F9-457E-8A42-2522B0D24767}" type="presOf" srcId="{C415149A-C8E6-49F6-BCBB-F6EEDD4746C0}" destId="{3E1E643E-0EE4-4769-8390-D62C0D75A454}" srcOrd="0" destOrd="1" presId="urn:microsoft.com/office/officeart/2005/8/layout/vList2"/>
    <dgm:cxn modelId="{0001CBCE-EE8E-49D9-8DE2-E5BC117B5EA5}" type="presOf" srcId="{4268C34D-BE21-4DFC-9C2B-9922B5D14FE0}" destId="{A8E36D7E-CC89-4BCD-AE0F-4A65F4246C7E}" srcOrd="0" destOrd="0" presId="urn:microsoft.com/office/officeart/2005/8/layout/vList2"/>
    <dgm:cxn modelId="{230D06DB-EDF9-4004-8570-6B951A6BD135}" srcId="{E029588E-B35F-4967-B2D3-DACC2F0C2639}" destId="{C46F536A-3ECE-4FE8-A80F-A21B6B0EA35F}" srcOrd="5" destOrd="0" parTransId="{9C84149F-BFF7-4390-BF4B-09C61D32A3F7}" sibTransId="{231E9290-62DA-42AB-AF91-6CF2706B955F}"/>
    <dgm:cxn modelId="{3BF700DE-7EA1-4F1A-8086-519306092392}" srcId="{E029588E-B35F-4967-B2D3-DACC2F0C2639}" destId="{53002FF4-38D1-449E-A6C9-F0664EB59865}" srcOrd="1" destOrd="0" parTransId="{58372C56-CC8A-4DAF-AB00-CD9FD832DA0C}" sibTransId="{FDAD25F0-BB19-4AB6-A475-7626E098850E}"/>
    <dgm:cxn modelId="{91FC7EE9-2805-49A7-9BCE-F33194E8AA2B}" srcId="{E029588E-B35F-4967-B2D3-DACC2F0C2639}" destId="{5D9197E6-7C88-45DA-8DA2-38A118081E3F}" srcOrd="0" destOrd="0" parTransId="{5B4AA7D7-3916-47A3-BEBF-9B2D39762765}" sibTransId="{F28E4715-1239-4CBE-9933-B063AC0792E5}"/>
    <dgm:cxn modelId="{F9C389FA-30B3-4D83-B00E-AD3E67D33258}" type="presOf" srcId="{C46F536A-3ECE-4FE8-A80F-A21B6B0EA35F}" destId="{AE9BFFF9-C39D-42D7-967A-CC1C50B50B8F}" srcOrd="0" destOrd="0" presId="urn:microsoft.com/office/officeart/2005/8/layout/vList2"/>
    <dgm:cxn modelId="{FE4F9EFD-B344-4218-8F37-BAB0DE9FE492}" type="presOf" srcId="{779ED810-B80D-4A08-873D-AB60ED8734E0}" destId="{2348BE5D-808F-4361-9920-3BC6D724DA03}" srcOrd="0" destOrd="0" presId="urn:microsoft.com/office/officeart/2005/8/layout/vList2"/>
    <dgm:cxn modelId="{A5091BFF-D0EB-415D-A95D-19ADB8A85C61}" type="presOf" srcId="{8A0E5D56-FF3D-4342-B6E8-E77BBE6998AE}" destId="{3E1E643E-0EE4-4769-8390-D62C0D75A454}" srcOrd="0" destOrd="0" presId="urn:microsoft.com/office/officeart/2005/8/layout/vList2"/>
    <dgm:cxn modelId="{F05530DF-57AD-48EF-8D3B-9374385D82B2}" type="presParOf" srcId="{7C6B0D97-E040-4EC6-AB58-BA5DD533CF52}" destId="{3F8DC793-7681-4041-BC16-4DAF063B4A89}" srcOrd="0" destOrd="0" presId="urn:microsoft.com/office/officeart/2005/8/layout/vList2"/>
    <dgm:cxn modelId="{CF7A7FA9-637B-45DD-887E-79FACC5A50F2}" type="presParOf" srcId="{7C6B0D97-E040-4EC6-AB58-BA5DD533CF52}" destId="{1D92FE9B-9464-45A2-AA8B-5ADB638F6D2E}" srcOrd="1" destOrd="0" presId="urn:microsoft.com/office/officeart/2005/8/layout/vList2"/>
    <dgm:cxn modelId="{3C5D00B7-FF36-4C57-A5F4-49C6EFC0573F}" type="presParOf" srcId="{7C6B0D97-E040-4EC6-AB58-BA5DD533CF52}" destId="{C9A24E85-8D45-461B-8E92-D9EA0D7C68AA}" srcOrd="2" destOrd="0" presId="urn:microsoft.com/office/officeart/2005/8/layout/vList2"/>
    <dgm:cxn modelId="{40BAE2C0-ABE4-4551-B33B-C9F43EA7F22D}" type="presParOf" srcId="{7C6B0D97-E040-4EC6-AB58-BA5DD533CF52}" destId="{3F2D6035-C07B-4777-A268-91C0D7596B40}" srcOrd="3" destOrd="0" presId="urn:microsoft.com/office/officeart/2005/8/layout/vList2"/>
    <dgm:cxn modelId="{7CDBEE67-238E-421E-B8ED-39D5818BC003}" type="presParOf" srcId="{7C6B0D97-E040-4EC6-AB58-BA5DD533CF52}" destId="{A513E433-8EAD-40CC-A9EE-2675A2CB24A2}" srcOrd="4" destOrd="0" presId="urn:microsoft.com/office/officeart/2005/8/layout/vList2"/>
    <dgm:cxn modelId="{386EB971-EA54-4E09-A8B1-D17838CFF2C8}" type="presParOf" srcId="{7C6B0D97-E040-4EC6-AB58-BA5DD533CF52}" destId="{CE7D8381-4B58-44F3-9BCF-AA61281CFF2C}" srcOrd="5" destOrd="0" presId="urn:microsoft.com/office/officeart/2005/8/layout/vList2"/>
    <dgm:cxn modelId="{ED46C7CB-21CC-453E-9164-240269028FFF}" type="presParOf" srcId="{7C6B0D97-E040-4EC6-AB58-BA5DD533CF52}" destId="{E457C6C6-7AE0-4B85-9F57-36E542B90B77}" srcOrd="6" destOrd="0" presId="urn:microsoft.com/office/officeart/2005/8/layout/vList2"/>
    <dgm:cxn modelId="{2445F773-5DD3-44D6-BAA1-C6018C733C96}" type="presParOf" srcId="{7C6B0D97-E040-4EC6-AB58-BA5DD533CF52}" destId="{A8E36D7E-CC89-4BCD-AE0F-4A65F4246C7E}" srcOrd="7" destOrd="0" presId="urn:microsoft.com/office/officeart/2005/8/layout/vList2"/>
    <dgm:cxn modelId="{59FBC1FA-125A-4D8C-BE33-270E5E6C7E9C}" type="presParOf" srcId="{7C6B0D97-E040-4EC6-AB58-BA5DD533CF52}" destId="{4587EEFA-D4F4-4088-A30C-558AF120BD16}" srcOrd="8" destOrd="0" presId="urn:microsoft.com/office/officeart/2005/8/layout/vList2"/>
    <dgm:cxn modelId="{ABC20313-5C98-41AB-BE37-0A685ECF1481}" type="presParOf" srcId="{7C6B0D97-E040-4EC6-AB58-BA5DD533CF52}" destId="{3E1E643E-0EE4-4769-8390-D62C0D75A454}" srcOrd="9" destOrd="0" presId="urn:microsoft.com/office/officeart/2005/8/layout/vList2"/>
    <dgm:cxn modelId="{65677ED1-3120-4ABA-A3E4-F307A086826E}" type="presParOf" srcId="{7C6B0D97-E040-4EC6-AB58-BA5DD533CF52}" destId="{AE9BFFF9-C39D-42D7-967A-CC1C50B50B8F}" srcOrd="10" destOrd="0" presId="urn:microsoft.com/office/officeart/2005/8/layout/vList2"/>
    <dgm:cxn modelId="{1530D756-CFA2-49EA-B730-B5CDC40CC740}" type="presParOf" srcId="{7C6B0D97-E040-4EC6-AB58-BA5DD533CF52}" destId="{2348BE5D-808F-4361-9920-3BC6D724DA03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AFBA74-A4E9-4F68-90BF-2E2F906D0532}" type="doc">
      <dgm:prSet loTypeId="urn:microsoft.com/office/officeart/2005/8/layout/vList2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6D6D175-64F8-47D4-A366-FD5E9668800B}">
      <dgm:prSet/>
      <dgm:spPr/>
      <dgm:t>
        <a:bodyPr/>
        <a:lstStyle/>
        <a:p>
          <a:r>
            <a:rPr lang="en-US" b="1"/>
            <a:t>1. Categorization Capabilities</a:t>
          </a:r>
          <a:endParaRPr lang="en-US" dirty="0"/>
        </a:p>
      </dgm:t>
    </dgm:pt>
    <dgm:pt modelId="{89BBBE8C-2B59-4DBC-BAB3-0622C0E00ED1}" type="parTrans" cxnId="{657DF627-CEBE-44F5-A4CC-38EB15401E77}">
      <dgm:prSet/>
      <dgm:spPr/>
      <dgm:t>
        <a:bodyPr/>
        <a:lstStyle/>
        <a:p>
          <a:endParaRPr lang="en-US"/>
        </a:p>
      </dgm:t>
    </dgm:pt>
    <dgm:pt modelId="{8B6335A4-89F8-4A62-85C5-2EF2B6D77244}" type="sibTrans" cxnId="{657DF627-CEBE-44F5-A4CC-38EB15401E77}">
      <dgm:prSet/>
      <dgm:spPr/>
      <dgm:t>
        <a:bodyPr/>
        <a:lstStyle/>
        <a:p>
          <a:endParaRPr lang="en-US"/>
        </a:p>
      </dgm:t>
    </dgm:pt>
    <dgm:pt modelId="{68C1972A-1655-4BB1-AD7A-13AE89846D0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Ability to classify a bulk list of merchants in a single request.</a:t>
          </a:r>
        </a:p>
      </dgm:t>
    </dgm:pt>
    <dgm:pt modelId="{17A8902E-6628-4F07-B369-113DBC2A5D92}" type="parTrans" cxnId="{49A40819-3BD9-4829-83A3-17F800198FDD}">
      <dgm:prSet/>
      <dgm:spPr/>
      <dgm:t>
        <a:bodyPr/>
        <a:lstStyle/>
        <a:p>
          <a:endParaRPr lang="en-US"/>
        </a:p>
      </dgm:t>
    </dgm:pt>
    <dgm:pt modelId="{E5BC5827-CBA9-4AB0-ACA6-5443B2306115}" type="sibTrans" cxnId="{49A40819-3BD9-4829-83A3-17F800198FDD}">
      <dgm:prSet/>
      <dgm:spPr/>
      <dgm:t>
        <a:bodyPr/>
        <a:lstStyle/>
        <a:p>
          <a:endParaRPr lang="en-US"/>
        </a:p>
      </dgm:t>
    </dgm:pt>
    <dgm:pt modelId="{69A516C4-8E0F-4C9F-B5B1-A37CF45BE5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Automatic classification into predefined categories using AI.</a:t>
          </a:r>
        </a:p>
      </dgm:t>
    </dgm:pt>
    <dgm:pt modelId="{3FFF98F2-02F7-47AF-9F1E-8B3B420622F3}" type="parTrans" cxnId="{323B68D4-E3FA-40D4-A25F-360E3955B0B3}">
      <dgm:prSet/>
      <dgm:spPr/>
      <dgm:t>
        <a:bodyPr/>
        <a:lstStyle/>
        <a:p>
          <a:endParaRPr lang="en-US"/>
        </a:p>
      </dgm:t>
    </dgm:pt>
    <dgm:pt modelId="{73DE560A-F71D-4800-A15C-0E156E15E831}" type="sibTrans" cxnId="{323B68D4-E3FA-40D4-A25F-360E3955B0B3}">
      <dgm:prSet/>
      <dgm:spPr/>
      <dgm:t>
        <a:bodyPr/>
        <a:lstStyle/>
        <a:p>
          <a:endParaRPr lang="en-US"/>
        </a:p>
      </dgm:t>
    </dgm:pt>
    <dgm:pt modelId="{ADEDB622-54FC-4646-A443-6F8D7BD5E10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Support for multiple merchant attributes (name, type, transaction data).</a:t>
          </a:r>
        </a:p>
      </dgm:t>
    </dgm:pt>
    <dgm:pt modelId="{FD21AA0D-11DA-41C1-B7A8-29FC42B0BC55}" type="parTrans" cxnId="{20D35DB9-E7A9-431E-8CEA-FA57B49D4454}">
      <dgm:prSet/>
      <dgm:spPr/>
      <dgm:t>
        <a:bodyPr/>
        <a:lstStyle/>
        <a:p>
          <a:endParaRPr lang="en-US"/>
        </a:p>
      </dgm:t>
    </dgm:pt>
    <dgm:pt modelId="{4B5B3FED-4AF4-4EBB-B3EF-E674637A4C7C}" type="sibTrans" cxnId="{20D35DB9-E7A9-431E-8CEA-FA57B49D4454}">
      <dgm:prSet/>
      <dgm:spPr/>
      <dgm:t>
        <a:bodyPr/>
        <a:lstStyle/>
        <a:p>
          <a:endParaRPr lang="en-US"/>
        </a:p>
      </dgm:t>
    </dgm:pt>
    <dgm:pt modelId="{9B5021B9-2BEB-49E1-8812-CC777EA47B4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Fast response time (2–5 seconds) even for high volumes.</a:t>
          </a:r>
        </a:p>
      </dgm:t>
    </dgm:pt>
    <dgm:pt modelId="{9AA2A291-520E-43BE-8361-533EB4AA4731}" type="parTrans" cxnId="{A6367736-F007-4396-B591-98B0D5ECEB3B}">
      <dgm:prSet/>
      <dgm:spPr/>
      <dgm:t>
        <a:bodyPr/>
        <a:lstStyle/>
        <a:p>
          <a:endParaRPr lang="en-US"/>
        </a:p>
      </dgm:t>
    </dgm:pt>
    <dgm:pt modelId="{9302DF93-3E73-4FDF-A35C-424E5D77978B}" type="sibTrans" cxnId="{A6367736-F007-4396-B591-98B0D5ECEB3B}">
      <dgm:prSet/>
      <dgm:spPr/>
      <dgm:t>
        <a:bodyPr/>
        <a:lstStyle/>
        <a:p>
          <a:endParaRPr lang="en-US"/>
        </a:p>
      </dgm:t>
    </dgm:pt>
    <dgm:pt modelId="{36803E42-32B6-44D7-BBC9-AFD752441FBA}">
      <dgm:prSet/>
      <dgm:spPr/>
      <dgm:t>
        <a:bodyPr/>
        <a:lstStyle/>
        <a:p>
          <a:pPr>
            <a:buNone/>
          </a:pPr>
          <a:r>
            <a:rPr lang="en-US" b="1"/>
            <a:t>2. Review &amp; Update Capabilities</a:t>
          </a:r>
          <a:endParaRPr lang="en-US"/>
        </a:p>
      </dgm:t>
    </dgm:pt>
    <dgm:pt modelId="{D7B62A16-5054-4B7E-8C8B-608F11303C1A}" type="parTrans" cxnId="{5A7CAA37-08BE-4D99-90C4-CE70A954C182}">
      <dgm:prSet/>
      <dgm:spPr/>
      <dgm:t>
        <a:bodyPr/>
        <a:lstStyle/>
        <a:p>
          <a:endParaRPr lang="en-US"/>
        </a:p>
      </dgm:t>
    </dgm:pt>
    <dgm:pt modelId="{08520DE1-76CC-4D63-B924-DEF0DECF0A47}" type="sibTrans" cxnId="{5A7CAA37-08BE-4D99-90C4-CE70A954C182}">
      <dgm:prSet/>
      <dgm:spPr/>
      <dgm:t>
        <a:bodyPr/>
        <a:lstStyle/>
        <a:p>
          <a:endParaRPr lang="en-US"/>
        </a:p>
      </dgm:t>
    </dgm:pt>
    <dgm:pt modelId="{D8F1D0FE-2B40-46B5-B4DE-4034F667C26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Customers can review classification results through the digital channel.</a:t>
          </a:r>
        </a:p>
      </dgm:t>
    </dgm:pt>
    <dgm:pt modelId="{4F00D061-58EA-472E-A774-EEBCC40F099F}" type="parTrans" cxnId="{ECA9DD9D-B813-4FAE-8116-83107AF74A8C}">
      <dgm:prSet/>
      <dgm:spPr/>
      <dgm:t>
        <a:bodyPr/>
        <a:lstStyle/>
        <a:p>
          <a:endParaRPr lang="en-US"/>
        </a:p>
      </dgm:t>
    </dgm:pt>
    <dgm:pt modelId="{50E6009A-DAAA-4221-8BF4-4EBEF1D0C09D}" type="sibTrans" cxnId="{ECA9DD9D-B813-4FAE-8116-83107AF74A8C}">
      <dgm:prSet/>
      <dgm:spPr/>
      <dgm:t>
        <a:bodyPr/>
        <a:lstStyle/>
        <a:p>
          <a:endParaRPr lang="en-US"/>
        </a:p>
      </dgm:t>
    </dgm:pt>
    <dgm:pt modelId="{A9465A52-33DD-4C04-BE1F-E6993C2C32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Option to correct or update classifications before confirmation.</a:t>
          </a:r>
        </a:p>
      </dgm:t>
    </dgm:pt>
    <dgm:pt modelId="{9776C9E2-26CF-41EF-9168-3CEC2698E60B}" type="parTrans" cxnId="{99E89D2B-C7D6-44E1-AF63-A11F3C5B86D5}">
      <dgm:prSet/>
      <dgm:spPr/>
      <dgm:t>
        <a:bodyPr/>
        <a:lstStyle/>
        <a:p>
          <a:endParaRPr lang="en-US"/>
        </a:p>
      </dgm:t>
    </dgm:pt>
    <dgm:pt modelId="{B2BC5258-E64E-4FA3-8DF1-94A17FB97397}" type="sibTrans" cxnId="{99E89D2B-C7D6-44E1-AF63-A11F3C5B86D5}">
      <dgm:prSet/>
      <dgm:spPr/>
      <dgm:t>
        <a:bodyPr/>
        <a:lstStyle/>
        <a:p>
          <a:endParaRPr lang="en-US"/>
        </a:p>
      </dgm:t>
    </dgm:pt>
    <dgm:pt modelId="{A67A1DA5-3830-44CB-AF0C-A8DBB270C0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Immediate reflection of updates in the system.</a:t>
          </a:r>
        </a:p>
      </dgm:t>
    </dgm:pt>
    <dgm:pt modelId="{8AC2C393-5315-4330-9C4C-98CB8F95F174}" type="parTrans" cxnId="{C34F14E3-1F7F-4793-9C53-FD327576E497}">
      <dgm:prSet/>
      <dgm:spPr/>
      <dgm:t>
        <a:bodyPr/>
        <a:lstStyle/>
        <a:p>
          <a:endParaRPr lang="en-US"/>
        </a:p>
      </dgm:t>
    </dgm:pt>
    <dgm:pt modelId="{64CEFDB8-94D6-4277-B0C7-FBE1B6E664D3}" type="sibTrans" cxnId="{C34F14E3-1F7F-4793-9C53-FD327576E497}">
      <dgm:prSet/>
      <dgm:spPr/>
      <dgm:t>
        <a:bodyPr/>
        <a:lstStyle/>
        <a:p>
          <a:endParaRPr lang="en-US"/>
        </a:p>
      </dgm:t>
    </dgm:pt>
    <dgm:pt modelId="{23690542-93FD-4065-B060-3087FF7E040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Audit trail maintained for transparency and compliance.</a:t>
          </a:r>
        </a:p>
      </dgm:t>
    </dgm:pt>
    <dgm:pt modelId="{6274BD9B-8046-4CF0-A316-7CD7F0F0DDF4}" type="parTrans" cxnId="{37A09F86-4032-4727-8430-48BC96F581D2}">
      <dgm:prSet/>
      <dgm:spPr/>
      <dgm:t>
        <a:bodyPr/>
        <a:lstStyle/>
        <a:p>
          <a:endParaRPr lang="en-US"/>
        </a:p>
      </dgm:t>
    </dgm:pt>
    <dgm:pt modelId="{DC84F81E-7E95-4B3F-AEFA-C169F987924A}" type="sibTrans" cxnId="{37A09F86-4032-4727-8430-48BC96F581D2}">
      <dgm:prSet/>
      <dgm:spPr/>
      <dgm:t>
        <a:bodyPr/>
        <a:lstStyle/>
        <a:p>
          <a:endParaRPr lang="en-US"/>
        </a:p>
      </dgm:t>
    </dgm:pt>
    <dgm:pt modelId="{364E1AA3-68F0-479E-9F3E-E7DDE4B8EE25}">
      <dgm:prSet/>
      <dgm:spPr/>
      <dgm:t>
        <a:bodyPr/>
        <a:lstStyle/>
        <a:p>
          <a:pPr>
            <a:buNone/>
          </a:pPr>
          <a:r>
            <a:rPr lang="en-US" b="1"/>
            <a:t>3. Integration &amp; Access</a:t>
          </a:r>
          <a:endParaRPr lang="en-US"/>
        </a:p>
      </dgm:t>
    </dgm:pt>
    <dgm:pt modelId="{2B369E60-DF09-46B6-8D8D-FF17AA2292D8}" type="parTrans" cxnId="{3B5114CA-68AB-4BA0-ADEE-017DE73AC572}">
      <dgm:prSet/>
      <dgm:spPr/>
      <dgm:t>
        <a:bodyPr/>
        <a:lstStyle/>
        <a:p>
          <a:endParaRPr lang="en-US"/>
        </a:p>
      </dgm:t>
    </dgm:pt>
    <dgm:pt modelId="{8A578C6B-798A-40C3-BFED-2ABDC596A3EE}" type="sibTrans" cxnId="{3B5114CA-68AB-4BA0-ADEE-017DE73AC572}">
      <dgm:prSet/>
      <dgm:spPr/>
      <dgm:t>
        <a:bodyPr/>
        <a:lstStyle/>
        <a:p>
          <a:endParaRPr lang="en-US"/>
        </a:p>
      </dgm:t>
    </dgm:pt>
    <dgm:pt modelId="{DCD34410-4D08-4FB4-98F7-57F403FCD75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Standardized API exposure through the API Marketplace.</a:t>
          </a:r>
        </a:p>
      </dgm:t>
    </dgm:pt>
    <dgm:pt modelId="{120FD6F5-8D42-4622-B28B-C3B5FBCA6082}" type="parTrans" cxnId="{8C427867-5ED9-47CA-9832-04B889151047}">
      <dgm:prSet/>
      <dgm:spPr/>
      <dgm:t>
        <a:bodyPr/>
        <a:lstStyle/>
        <a:p>
          <a:endParaRPr lang="en-US"/>
        </a:p>
      </dgm:t>
    </dgm:pt>
    <dgm:pt modelId="{8535DA20-3275-4142-9BCD-3C8FE2FAF1E7}" type="sibTrans" cxnId="{8C427867-5ED9-47CA-9832-04B889151047}">
      <dgm:prSet/>
      <dgm:spPr/>
      <dgm:t>
        <a:bodyPr/>
        <a:lstStyle/>
        <a:p>
          <a:endParaRPr lang="en-US"/>
        </a:p>
      </dgm:t>
    </dgm:pt>
    <dgm:pt modelId="{699EDB8E-8C31-4AEE-830E-1B936FDBF17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Secure access with OAuth 2.0 authentication and authorization.</a:t>
          </a:r>
        </a:p>
      </dgm:t>
    </dgm:pt>
    <dgm:pt modelId="{8F18C2ED-9919-43F4-B7D3-0EC711D72771}" type="parTrans" cxnId="{E90EF0ED-6B52-466B-AD60-82DBA9FA885D}">
      <dgm:prSet/>
      <dgm:spPr/>
      <dgm:t>
        <a:bodyPr/>
        <a:lstStyle/>
        <a:p>
          <a:endParaRPr lang="en-US"/>
        </a:p>
      </dgm:t>
    </dgm:pt>
    <dgm:pt modelId="{2A023DC3-E292-48C1-883B-76224438AF18}" type="sibTrans" cxnId="{E90EF0ED-6B52-466B-AD60-82DBA9FA885D}">
      <dgm:prSet/>
      <dgm:spPr/>
      <dgm:t>
        <a:bodyPr/>
        <a:lstStyle/>
        <a:p>
          <a:endParaRPr lang="en-US"/>
        </a:p>
      </dgm:t>
    </dgm:pt>
    <dgm:pt modelId="{776B9455-1593-4E5F-A97D-F5DA904FBEF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Scalable to support growing transaction volumes.</a:t>
          </a:r>
        </a:p>
      </dgm:t>
    </dgm:pt>
    <dgm:pt modelId="{7A9DA2C6-60C2-40F5-BA95-15982FF8A7E4}" type="parTrans" cxnId="{54FE3914-BD70-401D-BC9C-BC80EC7F4A3B}">
      <dgm:prSet/>
      <dgm:spPr/>
      <dgm:t>
        <a:bodyPr/>
        <a:lstStyle/>
        <a:p>
          <a:endParaRPr lang="en-US"/>
        </a:p>
      </dgm:t>
    </dgm:pt>
    <dgm:pt modelId="{A055E1DA-E59B-4EB3-81F9-418D2FC793F7}" type="sibTrans" cxnId="{54FE3914-BD70-401D-BC9C-BC80EC7F4A3B}">
      <dgm:prSet/>
      <dgm:spPr/>
      <dgm:t>
        <a:bodyPr/>
        <a:lstStyle/>
        <a:p>
          <a:endParaRPr lang="en-US"/>
        </a:p>
      </dgm:t>
    </dgm:pt>
    <dgm:pt modelId="{0380F2DC-E917-4861-9DC8-C7973FF81F4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Consistent classification logic across subsidiaries.</a:t>
          </a:r>
        </a:p>
      </dgm:t>
    </dgm:pt>
    <dgm:pt modelId="{BB9E9755-00E0-42EF-B385-6C2CA3931BAD}" type="parTrans" cxnId="{3DEDE42C-2A84-4059-BBC0-904B2DBCFC05}">
      <dgm:prSet/>
      <dgm:spPr/>
      <dgm:t>
        <a:bodyPr/>
        <a:lstStyle/>
        <a:p>
          <a:endParaRPr lang="en-US"/>
        </a:p>
      </dgm:t>
    </dgm:pt>
    <dgm:pt modelId="{F1732195-4BBF-4C21-8DFE-8870C6F2F679}" type="sibTrans" cxnId="{3DEDE42C-2A84-4059-BBC0-904B2DBCFC05}">
      <dgm:prSet/>
      <dgm:spPr/>
      <dgm:t>
        <a:bodyPr/>
        <a:lstStyle/>
        <a:p>
          <a:endParaRPr lang="en-US"/>
        </a:p>
      </dgm:t>
    </dgm:pt>
    <dgm:pt modelId="{AC45CA01-1E9D-4FC3-AB05-5217CF9925B2}">
      <dgm:prSet/>
      <dgm:spPr/>
      <dgm:t>
        <a:bodyPr/>
        <a:lstStyle/>
        <a:p>
          <a:pPr>
            <a:buNone/>
          </a:pPr>
          <a:r>
            <a:rPr lang="en-US" b="1"/>
            <a:t>4. Reporting &amp; Notifications</a:t>
          </a:r>
          <a:endParaRPr lang="en-US"/>
        </a:p>
      </dgm:t>
    </dgm:pt>
    <dgm:pt modelId="{C7813EEC-CA95-4B9F-8583-789F87DA307B}" type="parTrans" cxnId="{8F1693A4-92C3-4C8E-A965-709B44450A51}">
      <dgm:prSet/>
      <dgm:spPr/>
      <dgm:t>
        <a:bodyPr/>
        <a:lstStyle/>
        <a:p>
          <a:endParaRPr lang="en-US"/>
        </a:p>
      </dgm:t>
    </dgm:pt>
    <dgm:pt modelId="{CC6605A8-FC5C-4435-A4C7-94E59235D6BC}" type="sibTrans" cxnId="{8F1693A4-92C3-4C8E-A965-709B44450A51}">
      <dgm:prSet/>
      <dgm:spPr/>
      <dgm:t>
        <a:bodyPr/>
        <a:lstStyle/>
        <a:p>
          <a:endParaRPr lang="en-US"/>
        </a:p>
      </dgm:t>
    </dgm:pt>
    <dgm:pt modelId="{CD0F1ED2-B589-489F-8DCE-EB6D34BBB42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Real-time confirmation with unique request reference IDs.</a:t>
          </a:r>
        </a:p>
      </dgm:t>
    </dgm:pt>
    <dgm:pt modelId="{B44C011D-1B0C-499C-8CEB-B4734711AD17}" type="parTrans" cxnId="{EC7D5473-5462-4D95-91B6-62E272E8FF8D}">
      <dgm:prSet/>
      <dgm:spPr/>
      <dgm:t>
        <a:bodyPr/>
        <a:lstStyle/>
        <a:p>
          <a:endParaRPr lang="en-US"/>
        </a:p>
      </dgm:t>
    </dgm:pt>
    <dgm:pt modelId="{DB3A84EC-60BF-4041-A34F-FF66F2D8ED09}" type="sibTrans" cxnId="{EC7D5473-5462-4D95-91B6-62E272E8FF8D}">
      <dgm:prSet/>
      <dgm:spPr/>
      <dgm:t>
        <a:bodyPr/>
        <a:lstStyle/>
        <a:p>
          <a:endParaRPr lang="en-US"/>
        </a:p>
      </dgm:t>
    </dgm:pt>
    <dgm:pt modelId="{D91CAE0D-67D2-430B-B16D-4CBA250A0BC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Status tracking for categorization requests (in-progress, completed, failed).</a:t>
          </a:r>
        </a:p>
      </dgm:t>
    </dgm:pt>
    <dgm:pt modelId="{5FBB0ABE-194E-4C75-9870-A68324F10E16}" type="parTrans" cxnId="{C44479F6-679A-42EF-8CBD-E9E7111936E3}">
      <dgm:prSet/>
      <dgm:spPr/>
      <dgm:t>
        <a:bodyPr/>
        <a:lstStyle/>
        <a:p>
          <a:endParaRPr lang="en-US"/>
        </a:p>
      </dgm:t>
    </dgm:pt>
    <dgm:pt modelId="{7DCA2FFE-9052-4AA9-A59E-D46BC1DB8228}" type="sibTrans" cxnId="{C44479F6-679A-42EF-8CBD-E9E7111936E3}">
      <dgm:prSet/>
      <dgm:spPr/>
      <dgm:t>
        <a:bodyPr/>
        <a:lstStyle/>
        <a:p>
          <a:endParaRPr lang="en-US"/>
        </a:p>
      </dgm:t>
    </dgm:pt>
    <dgm:pt modelId="{DB3CA3B2-BEB4-4695-92F8-4F13B5C5F91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Exportable categorized lists for reporting and analysis.</a:t>
          </a:r>
        </a:p>
      </dgm:t>
    </dgm:pt>
    <dgm:pt modelId="{B0DBDEEF-F6C5-4B57-99F5-44C62C7725A9}" type="parTrans" cxnId="{000153B3-950F-4868-93CD-75757CF43504}">
      <dgm:prSet/>
      <dgm:spPr/>
      <dgm:t>
        <a:bodyPr/>
        <a:lstStyle/>
        <a:p>
          <a:endParaRPr lang="en-US"/>
        </a:p>
      </dgm:t>
    </dgm:pt>
    <dgm:pt modelId="{0B450F98-47ED-46BF-9C53-0BFC2B644C11}" type="sibTrans" cxnId="{000153B3-950F-4868-93CD-75757CF43504}">
      <dgm:prSet/>
      <dgm:spPr/>
      <dgm:t>
        <a:bodyPr/>
        <a:lstStyle/>
        <a:p>
          <a:endParaRPr lang="en-US"/>
        </a:p>
      </dgm:t>
    </dgm:pt>
    <dgm:pt modelId="{C3C28184-CE5D-48F8-ACE7-9DCC207DD2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Centralized notifications and logs for monitoring and audits.</a:t>
          </a:r>
        </a:p>
      </dgm:t>
    </dgm:pt>
    <dgm:pt modelId="{57C82D5B-32C1-4D68-B25D-0024684F4F43}" type="parTrans" cxnId="{876525A4-9185-4D6A-A5EE-4DABACE1EBED}">
      <dgm:prSet/>
      <dgm:spPr/>
      <dgm:t>
        <a:bodyPr/>
        <a:lstStyle/>
        <a:p>
          <a:endParaRPr lang="en-US"/>
        </a:p>
      </dgm:t>
    </dgm:pt>
    <dgm:pt modelId="{2F673B8A-9620-4559-A780-595D05B7743E}" type="sibTrans" cxnId="{876525A4-9185-4D6A-A5EE-4DABACE1EBED}">
      <dgm:prSet/>
      <dgm:spPr/>
      <dgm:t>
        <a:bodyPr/>
        <a:lstStyle/>
        <a:p>
          <a:endParaRPr lang="en-US"/>
        </a:p>
      </dgm:t>
    </dgm:pt>
    <dgm:pt modelId="{0E96564B-ADE0-4DAA-8409-E8EBAC8B52B7}" type="pres">
      <dgm:prSet presAssocID="{98AFBA74-A4E9-4F68-90BF-2E2F906D0532}" presName="linear" presStyleCnt="0">
        <dgm:presLayoutVars>
          <dgm:animLvl val="lvl"/>
          <dgm:resizeHandles val="exact"/>
        </dgm:presLayoutVars>
      </dgm:prSet>
      <dgm:spPr/>
    </dgm:pt>
    <dgm:pt modelId="{F7CCD205-84E3-4E45-ABA5-25A72119D7C9}" type="pres">
      <dgm:prSet presAssocID="{F6D6D175-64F8-47D4-A366-FD5E966880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5AB94AA-B39F-4E6B-9537-7183FE39DE7B}" type="pres">
      <dgm:prSet presAssocID="{F6D6D175-64F8-47D4-A366-FD5E9668800B}" presName="childText" presStyleLbl="revTx" presStyleIdx="0" presStyleCnt="4">
        <dgm:presLayoutVars>
          <dgm:bulletEnabled val="1"/>
        </dgm:presLayoutVars>
      </dgm:prSet>
      <dgm:spPr/>
    </dgm:pt>
    <dgm:pt modelId="{BA5F4ABE-7ED4-4D16-884C-B771A717AEC5}" type="pres">
      <dgm:prSet presAssocID="{36803E42-32B6-44D7-BBC9-AFD752441F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6F900AA-2477-4900-A31D-52B2AA7F34D9}" type="pres">
      <dgm:prSet presAssocID="{36803E42-32B6-44D7-BBC9-AFD752441FBA}" presName="childText" presStyleLbl="revTx" presStyleIdx="1" presStyleCnt="4">
        <dgm:presLayoutVars>
          <dgm:bulletEnabled val="1"/>
        </dgm:presLayoutVars>
      </dgm:prSet>
      <dgm:spPr/>
    </dgm:pt>
    <dgm:pt modelId="{CB114314-82BF-470B-A059-77D3F26EAF71}" type="pres">
      <dgm:prSet presAssocID="{364E1AA3-68F0-479E-9F3E-E7DDE4B8EE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307A5B-5567-49FB-8118-3E693CAE9348}" type="pres">
      <dgm:prSet presAssocID="{364E1AA3-68F0-479E-9F3E-E7DDE4B8EE25}" presName="childText" presStyleLbl="revTx" presStyleIdx="2" presStyleCnt="4">
        <dgm:presLayoutVars>
          <dgm:bulletEnabled val="1"/>
        </dgm:presLayoutVars>
      </dgm:prSet>
      <dgm:spPr/>
    </dgm:pt>
    <dgm:pt modelId="{88BD9F38-4BF5-46E0-9E70-BF3D7C5C263F}" type="pres">
      <dgm:prSet presAssocID="{AC45CA01-1E9D-4FC3-AB05-5217CF9925B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6D616A4-5BB6-4DB1-846D-800346CF69D3}" type="pres">
      <dgm:prSet presAssocID="{AC45CA01-1E9D-4FC3-AB05-5217CF9925B2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54FE3914-BD70-401D-BC9C-BC80EC7F4A3B}" srcId="{364E1AA3-68F0-479E-9F3E-E7DDE4B8EE25}" destId="{776B9455-1593-4E5F-A97D-F5DA904FBEF6}" srcOrd="2" destOrd="0" parTransId="{7A9DA2C6-60C2-40F5-BA95-15982FF8A7E4}" sibTransId="{A055E1DA-E59B-4EB3-81F9-418D2FC793F7}"/>
    <dgm:cxn modelId="{49A40819-3BD9-4829-83A3-17F800198FDD}" srcId="{F6D6D175-64F8-47D4-A366-FD5E9668800B}" destId="{68C1972A-1655-4BB1-AD7A-13AE89846D07}" srcOrd="0" destOrd="0" parTransId="{17A8902E-6628-4F07-B369-113DBC2A5D92}" sibTransId="{E5BC5827-CBA9-4AB0-ACA6-5443B2306115}"/>
    <dgm:cxn modelId="{AFFECD23-3C20-49BD-95C1-85C2F732EA86}" type="presOf" srcId="{CD0F1ED2-B589-489F-8DCE-EB6D34BBB42E}" destId="{76D616A4-5BB6-4DB1-846D-800346CF69D3}" srcOrd="0" destOrd="0" presId="urn:microsoft.com/office/officeart/2005/8/layout/vList2"/>
    <dgm:cxn modelId="{3ED0DA27-9DBD-4849-832C-EC259A205EF7}" type="presOf" srcId="{F6D6D175-64F8-47D4-A366-FD5E9668800B}" destId="{F7CCD205-84E3-4E45-ABA5-25A72119D7C9}" srcOrd="0" destOrd="0" presId="urn:microsoft.com/office/officeart/2005/8/layout/vList2"/>
    <dgm:cxn modelId="{657DF627-CEBE-44F5-A4CC-38EB15401E77}" srcId="{98AFBA74-A4E9-4F68-90BF-2E2F906D0532}" destId="{F6D6D175-64F8-47D4-A366-FD5E9668800B}" srcOrd="0" destOrd="0" parTransId="{89BBBE8C-2B59-4DBC-BAB3-0622C0E00ED1}" sibTransId="{8B6335A4-89F8-4A62-85C5-2EF2B6D77244}"/>
    <dgm:cxn modelId="{99E89D2B-C7D6-44E1-AF63-A11F3C5B86D5}" srcId="{36803E42-32B6-44D7-BBC9-AFD752441FBA}" destId="{A9465A52-33DD-4C04-BE1F-E6993C2C328A}" srcOrd="1" destOrd="0" parTransId="{9776C9E2-26CF-41EF-9168-3CEC2698E60B}" sibTransId="{B2BC5258-E64E-4FA3-8DF1-94A17FB97397}"/>
    <dgm:cxn modelId="{3DEDE42C-2A84-4059-BBC0-904B2DBCFC05}" srcId="{364E1AA3-68F0-479E-9F3E-E7DDE4B8EE25}" destId="{0380F2DC-E917-4861-9DC8-C7973FF81F43}" srcOrd="3" destOrd="0" parTransId="{BB9E9755-00E0-42EF-B385-6C2CA3931BAD}" sibTransId="{F1732195-4BBF-4C21-8DFE-8870C6F2F679}"/>
    <dgm:cxn modelId="{A6367736-F007-4396-B591-98B0D5ECEB3B}" srcId="{F6D6D175-64F8-47D4-A366-FD5E9668800B}" destId="{9B5021B9-2BEB-49E1-8812-CC777EA47B45}" srcOrd="3" destOrd="0" parTransId="{9AA2A291-520E-43BE-8361-533EB4AA4731}" sibTransId="{9302DF93-3E73-4FDF-A35C-424E5D77978B}"/>
    <dgm:cxn modelId="{5A7CAA37-08BE-4D99-90C4-CE70A954C182}" srcId="{98AFBA74-A4E9-4F68-90BF-2E2F906D0532}" destId="{36803E42-32B6-44D7-BBC9-AFD752441FBA}" srcOrd="1" destOrd="0" parTransId="{D7B62A16-5054-4B7E-8C8B-608F11303C1A}" sibTransId="{08520DE1-76CC-4D63-B924-DEF0DECF0A47}"/>
    <dgm:cxn modelId="{8C427867-5ED9-47CA-9832-04B889151047}" srcId="{364E1AA3-68F0-479E-9F3E-E7DDE4B8EE25}" destId="{DCD34410-4D08-4FB4-98F7-57F403FCD758}" srcOrd="0" destOrd="0" parTransId="{120FD6F5-8D42-4622-B28B-C3B5FBCA6082}" sibTransId="{8535DA20-3275-4142-9BCD-3C8FE2FAF1E7}"/>
    <dgm:cxn modelId="{EC7D5473-5462-4D95-91B6-62E272E8FF8D}" srcId="{AC45CA01-1E9D-4FC3-AB05-5217CF9925B2}" destId="{CD0F1ED2-B589-489F-8DCE-EB6D34BBB42E}" srcOrd="0" destOrd="0" parTransId="{B44C011D-1B0C-499C-8CEB-B4734711AD17}" sibTransId="{DB3A84EC-60BF-4041-A34F-FF66F2D8ED09}"/>
    <dgm:cxn modelId="{B81E2D54-9CDA-49F4-965A-4D1D0934BE44}" type="presOf" srcId="{A67A1DA5-3830-44CB-AF0C-A8DBB270C032}" destId="{F6F900AA-2477-4900-A31D-52B2AA7F34D9}" srcOrd="0" destOrd="2" presId="urn:microsoft.com/office/officeart/2005/8/layout/vList2"/>
    <dgm:cxn modelId="{B98BF976-5904-4345-B79C-D4FAB39483CC}" type="presOf" srcId="{9B5021B9-2BEB-49E1-8812-CC777EA47B45}" destId="{C5AB94AA-B39F-4E6B-9537-7183FE39DE7B}" srcOrd="0" destOrd="3" presId="urn:microsoft.com/office/officeart/2005/8/layout/vList2"/>
    <dgm:cxn modelId="{F636C978-C887-44F9-81B5-2F9A1B5ED8DC}" type="presOf" srcId="{36803E42-32B6-44D7-BBC9-AFD752441FBA}" destId="{BA5F4ABE-7ED4-4D16-884C-B771A717AEC5}" srcOrd="0" destOrd="0" presId="urn:microsoft.com/office/officeart/2005/8/layout/vList2"/>
    <dgm:cxn modelId="{DEC8CB7B-B9BB-4408-86C7-8856DE87CA49}" type="presOf" srcId="{0380F2DC-E917-4861-9DC8-C7973FF81F43}" destId="{6E307A5B-5567-49FB-8118-3E693CAE9348}" srcOrd="0" destOrd="3" presId="urn:microsoft.com/office/officeart/2005/8/layout/vList2"/>
    <dgm:cxn modelId="{F859D683-46E7-456E-8637-1F126D7B23CD}" type="presOf" srcId="{68C1972A-1655-4BB1-AD7A-13AE89846D07}" destId="{C5AB94AA-B39F-4E6B-9537-7183FE39DE7B}" srcOrd="0" destOrd="0" presId="urn:microsoft.com/office/officeart/2005/8/layout/vList2"/>
    <dgm:cxn modelId="{37A09F86-4032-4727-8430-48BC96F581D2}" srcId="{36803E42-32B6-44D7-BBC9-AFD752441FBA}" destId="{23690542-93FD-4065-B060-3087FF7E040C}" srcOrd="3" destOrd="0" parTransId="{6274BD9B-8046-4CF0-A316-7CD7F0F0DDF4}" sibTransId="{DC84F81E-7E95-4B3F-AEFA-C169F987924A}"/>
    <dgm:cxn modelId="{EE319192-42D2-41D0-8653-3C4012339054}" type="presOf" srcId="{C3C28184-CE5D-48F8-ACE7-9DCC207DD273}" destId="{76D616A4-5BB6-4DB1-846D-800346CF69D3}" srcOrd="0" destOrd="3" presId="urn:microsoft.com/office/officeart/2005/8/layout/vList2"/>
    <dgm:cxn modelId="{099F859D-C2CB-4704-96D6-7C4FE21B671F}" type="presOf" srcId="{ADEDB622-54FC-4646-A443-6F8D7BD5E106}" destId="{C5AB94AA-B39F-4E6B-9537-7183FE39DE7B}" srcOrd="0" destOrd="2" presId="urn:microsoft.com/office/officeart/2005/8/layout/vList2"/>
    <dgm:cxn modelId="{ECA9DD9D-B813-4FAE-8116-83107AF74A8C}" srcId="{36803E42-32B6-44D7-BBC9-AFD752441FBA}" destId="{D8F1D0FE-2B40-46B5-B4DE-4034F667C265}" srcOrd="0" destOrd="0" parTransId="{4F00D061-58EA-472E-A774-EEBCC40F099F}" sibTransId="{50E6009A-DAAA-4221-8BF4-4EBEF1D0C09D}"/>
    <dgm:cxn modelId="{8CA575A2-439E-42FA-A4E2-FAAA3E16EF4B}" type="presOf" srcId="{98AFBA74-A4E9-4F68-90BF-2E2F906D0532}" destId="{0E96564B-ADE0-4DAA-8409-E8EBAC8B52B7}" srcOrd="0" destOrd="0" presId="urn:microsoft.com/office/officeart/2005/8/layout/vList2"/>
    <dgm:cxn modelId="{876525A4-9185-4D6A-A5EE-4DABACE1EBED}" srcId="{AC45CA01-1E9D-4FC3-AB05-5217CF9925B2}" destId="{C3C28184-CE5D-48F8-ACE7-9DCC207DD273}" srcOrd="3" destOrd="0" parTransId="{57C82D5B-32C1-4D68-B25D-0024684F4F43}" sibTransId="{2F673B8A-9620-4559-A780-595D05B7743E}"/>
    <dgm:cxn modelId="{8F1693A4-92C3-4C8E-A965-709B44450A51}" srcId="{98AFBA74-A4E9-4F68-90BF-2E2F906D0532}" destId="{AC45CA01-1E9D-4FC3-AB05-5217CF9925B2}" srcOrd="3" destOrd="0" parTransId="{C7813EEC-CA95-4B9F-8583-789F87DA307B}" sibTransId="{CC6605A8-FC5C-4435-A4C7-94E59235D6BC}"/>
    <dgm:cxn modelId="{8AFBBDA9-FC40-462C-9D5F-916E12C89DB1}" type="presOf" srcId="{AC45CA01-1E9D-4FC3-AB05-5217CF9925B2}" destId="{88BD9F38-4BF5-46E0-9E70-BF3D7C5C263F}" srcOrd="0" destOrd="0" presId="urn:microsoft.com/office/officeart/2005/8/layout/vList2"/>
    <dgm:cxn modelId="{EF1F35AC-D3C4-4EBA-8F00-F68D18C6CFAF}" type="presOf" srcId="{23690542-93FD-4065-B060-3087FF7E040C}" destId="{F6F900AA-2477-4900-A31D-52B2AA7F34D9}" srcOrd="0" destOrd="3" presId="urn:microsoft.com/office/officeart/2005/8/layout/vList2"/>
    <dgm:cxn modelId="{50D0F7AD-DF7A-4D82-A049-1EC07994F9EA}" type="presOf" srcId="{DCD34410-4D08-4FB4-98F7-57F403FCD758}" destId="{6E307A5B-5567-49FB-8118-3E693CAE9348}" srcOrd="0" destOrd="0" presId="urn:microsoft.com/office/officeart/2005/8/layout/vList2"/>
    <dgm:cxn modelId="{420297B1-CB03-4001-84E9-73E3340E2F02}" type="presOf" srcId="{D8F1D0FE-2B40-46B5-B4DE-4034F667C265}" destId="{F6F900AA-2477-4900-A31D-52B2AA7F34D9}" srcOrd="0" destOrd="0" presId="urn:microsoft.com/office/officeart/2005/8/layout/vList2"/>
    <dgm:cxn modelId="{000153B3-950F-4868-93CD-75757CF43504}" srcId="{AC45CA01-1E9D-4FC3-AB05-5217CF9925B2}" destId="{DB3CA3B2-BEB4-4695-92F8-4F13B5C5F919}" srcOrd="2" destOrd="0" parTransId="{B0DBDEEF-F6C5-4B57-99F5-44C62C7725A9}" sibTransId="{0B450F98-47ED-46BF-9C53-0BFC2B644C11}"/>
    <dgm:cxn modelId="{20D35DB9-E7A9-431E-8CEA-FA57B49D4454}" srcId="{F6D6D175-64F8-47D4-A366-FD5E9668800B}" destId="{ADEDB622-54FC-4646-A443-6F8D7BD5E106}" srcOrd="2" destOrd="0" parTransId="{FD21AA0D-11DA-41C1-B7A8-29FC42B0BC55}" sibTransId="{4B5B3FED-4AF4-4EBB-B3EF-E674637A4C7C}"/>
    <dgm:cxn modelId="{D4281DBA-551A-4159-B74A-C43FDE7D1E3F}" type="presOf" srcId="{699EDB8E-8C31-4AEE-830E-1B936FDBF177}" destId="{6E307A5B-5567-49FB-8118-3E693CAE9348}" srcOrd="0" destOrd="1" presId="urn:microsoft.com/office/officeart/2005/8/layout/vList2"/>
    <dgm:cxn modelId="{1DAE7ABA-A6CA-41A6-954F-4F0D8B9562D8}" type="presOf" srcId="{D91CAE0D-67D2-430B-B16D-4CBA250A0BC8}" destId="{76D616A4-5BB6-4DB1-846D-800346CF69D3}" srcOrd="0" destOrd="1" presId="urn:microsoft.com/office/officeart/2005/8/layout/vList2"/>
    <dgm:cxn modelId="{3B5114CA-68AB-4BA0-ADEE-017DE73AC572}" srcId="{98AFBA74-A4E9-4F68-90BF-2E2F906D0532}" destId="{364E1AA3-68F0-479E-9F3E-E7DDE4B8EE25}" srcOrd="2" destOrd="0" parTransId="{2B369E60-DF09-46B6-8D8D-FF17AA2292D8}" sibTransId="{8A578C6B-798A-40C3-BFED-2ABDC596A3EE}"/>
    <dgm:cxn modelId="{323B68D4-E3FA-40D4-A25F-360E3955B0B3}" srcId="{F6D6D175-64F8-47D4-A366-FD5E9668800B}" destId="{69A516C4-8E0F-4C9F-B5B1-A37CF45BE5B7}" srcOrd="1" destOrd="0" parTransId="{3FFF98F2-02F7-47AF-9F1E-8B3B420622F3}" sibTransId="{73DE560A-F71D-4800-A15C-0E156E15E831}"/>
    <dgm:cxn modelId="{2338DED8-B3EC-4F92-B5FC-C790F01E345C}" type="presOf" srcId="{69A516C4-8E0F-4C9F-B5B1-A37CF45BE5B7}" destId="{C5AB94AA-B39F-4E6B-9537-7183FE39DE7B}" srcOrd="0" destOrd="1" presId="urn:microsoft.com/office/officeart/2005/8/layout/vList2"/>
    <dgm:cxn modelId="{40B5ABE1-1929-4F6B-9123-7C763B3C4FA5}" type="presOf" srcId="{DB3CA3B2-BEB4-4695-92F8-4F13B5C5F919}" destId="{76D616A4-5BB6-4DB1-846D-800346CF69D3}" srcOrd="0" destOrd="2" presId="urn:microsoft.com/office/officeart/2005/8/layout/vList2"/>
    <dgm:cxn modelId="{C34F14E3-1F7F-4793-9C53-FD327576E497}" srcId="{36803E42-32B6-44D7-BBC9-AFD752441FBA}" destId="{A67A1DA5-3830-44CB-AF0C-A8DBB270C032}" srcOrd="2" destOrd="0" parTransId="{8AC2C393-5315-4330-9C4C-98CB8F95F174}" sibTransId="{64CEFDB8-94D6-4277-B0C7-FBE1B6E664D3}"/>
    <dgm:cxn modelId="{E90EF0ED-6B52-466B-AD60-82DBA9FA885D}" srcId="{364E1AA3-68F0-479E-9F3E-E7DDE4B8EE25}" destId="{699EDB8E-8C31-4AEE-830E-1B936FDBF177}" srcOrd="1" destOrd="0" parTransId="{8F18C2ED-9919-43F4-B7D3-0EC711D72771}" sibTransId="{2A023DC3-E292-48C1-883B-76224438AF18}"/>
    <dgm:cxn modelId="{FB627EF2-6FCF-4785-A12B-74287D6DF4A3}" type="presOf" srcId="{A9465A52-33DD-4C04-BE1F-E6993C2C328A}" destId="{F6F900AA-2477-4900-A31D-52B2AA7F34D9}" srcOrd="0" destOrd="1" presId="urn:microsoft.com/office/officeart/2005/8/layout/vList2"/>
    <dgm:cxn modelId="{C44479F6-679A-42EF-8CBD-E9E7111936E3}" srcId="{AC45CA01-1E9D-4FC3-AB05-5217CF9925B2}" destId="{D91CAE0D-67D2-430B-B16D-4CBA250A0BC8}" srcOrd="1" destOrd="0" parTransId="{5FBB0ABE-194E-4C75-9870-A68324F10E16}" sibTransId="{7DCA2FFE-9052-4AA9-A59E-D46BC1DB8228}"/>
    <dgm:cxn modelId="{D1A58AF7-10D1-46C4-94C3-803043096FAC}" type="presOf" srcId="{776B9455-1593-4E5F-A97D-F5DA904FBEF6}" destId="{6E307A5B-5567-49FB-8118-3E693CAE9348}" srcOrd="0" destOrd="2" presId="urn:microsoft.com/office/officeart/2005/8/layout/vList2"/>
    <dgm:cxn modelId="{53F4EAFB-CF7C-4827-A008-9128B3F0E1D2}" type="presOf" srcId="{364E1AA3-68F0-479E-9F3E-E7DDE4B8EE25}" destId="{CB114314-82BF-470B-A059-77D3F26EAF71}" srcOrd="0" destOrd="0" presId="urn:microsoft.com/office/officeart/2005/8/layout/vList2"/>
    <dgm:cxn modelId="{0EB1AC46-8137-4EDF-A439-9EDE5C6419BD}" type="presParOf" srcId="{0E96564B-ADE0-4DAA-8409-E8EBAC8B52B7}" destId="{F7CCD205-84E3-4E45-ABA5-25A72119D7C9}" srcOrd="0" destOrd="0" presId="urn:microsoft.com/office/officeart/2005/8/layout/vList2"/>
    <dgm:cxn modelId="{4F605542-4B4B-479E-BE4F-C6AB3421CACF}" type="presParOf" srcId="{0E96564B-ADE0-4DAA-8409-E8EBAC8B52B7}" destId="{C5AB94AA-B39F-4E6B-9537-7183FE39DE7B}" srcOrd="1" destOrd="0" presId="urn:microsoft.com/office/officeart/2005/8/layout/vList2"/>
    <dgm:cxn modelId="{8B09A95F-0C4D-4A13-B239-1DEFF5550375}" type="presParOf" srcId="{0E96564B-ADE0-4DAA-8409-E8EBAC8B52B7}" destId="{BA5F4ABE-7ED4-4D16-884C-B771A717AEC5}" srcOrd="2" destOrd="0" presId="urn:microsoft.com/office/officeart/2005/8/layout/vList2"/>
    <dgm:cxn modelId="{CB518EC5-D53A-43F3-921C-BE54E21E2A86}" type="presParOf" srcId="{0E96564B-ADE0-4DAA-8409-E8EBAC8B52B7}" destId="{F6F900AA-2477-4900-A31D-52B2AA7F34D9}" srcOrd="3" destOrd="0" presId="urn:microsoft.com/office/officeart/2005/8/layout/vList2"/>
    <dgm:cxn modelId="{F81355E9-F192-4C34-BB84-3AFDC0D22EF3}" type="presParOf" srcId="{0E96564B-ADE0-4DAA-8409-E8EBAC8B52B7}" destId="{CB114314-82BF-470B-A059-77D3F26EAF71}" srcOrd="4" destOrd="0" presId="urn:microsoft.com/office/officeart/2005/8/layout/vList2"/>
    <dgm:cxn modelId="{84C2AE4C-6AB5-4D57-8301-AA5FE8D7AB5F}" type="presParOf" srcId="{0E96564B-ADE0-4DAA-8409-E8EBAC8B52B7}" destId="{6E307A5B-5567-49FB-8118-3E693CAE9348}" srcOrd="5" destOrd="0" presId="urn:microsoft.com/office/officeart/2005/8/layout/vList2"/>
    <dgm:cxn modelId="{DF38A0DC-F4D9-41C0-A2FE-8179FB5F60CA}" type="presParOf" srcId="{0E96564B-ADE0-4DAA-8409-E8EBAC8B52B7}" destId="{88BD9F38-4BF5-46E0-9E70-BF3D7C5C263F}" srcOrd="6" destOrd="0" presId="urn:microsoft.com/office/officeart/2005/8/layout/vList2"/>
    <dgm:cxn modelId="{CA97C643-7A6F-45B2-9AF1-2ACB2DA45329}" type="presParOf" srcId="{0E96564B-ADE0-4DAA-8409-E8EBAC8B52B7}" destId="{76D616A4-5BB6-4DB1-846D-800346CF69D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9683A1-B79C-4E96-9CF6-739469AEFF94}" type="doc">
      <dgm:prSet loTypeId="urn:microsoft.com/office/officeart/2005/8/layout/process3" loCatId="process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144122-A197-42E6-B028-6080E74BBADD}">
      <dgm:prSet phldrT="[Text]"/>
      <dgm:spPr/>
      <dgm:t>
        <a:bodyPr/>
        <a:lstStyle/>
        <a:p>
          <a:r>
            <a:rPr lang="en-US" dirty="0"/>
            <a:t>Customer</a:t>
          </a:r>
        </a:p>
      </dgm:t>
    </dgm:pt>
    <dgm:pt modelId="{FBE459CE-9CA9-4964-9BB7-857B4466341E}" type="parTrans" cxnId="{5FFEF0D6-DBFD-49BC-85D3-E0EAE31AF682}">
      <dgm:prSet/>
      <dgm:spPr/>
      <dgm:t>
        <a:bodyPr/>
        <a:lstStyle/>
        <a:p>
          <a:endParaRPr lang="en-US"/>
        </a:p>
      </dgm:t>
    </dgm:pt>
    <dgm:pt modelId="{79FACB25-BEDA-419F-B0C2-FF7050477204}" type="sibTrans" cxnId="{5FFEF0D6-DBFD-49BC-85D3-E0EAE31AF682}">
      <dgm:prSet/>
      <dgm:spPr/>
      <dgm:t>
        <a:bodyPr/>
        <a:lstStyle/>
        <a:p>
          <a:endParaRPr lang="en-US"/>
        </a:p>
      </dgm:t>
    </dgm:pt>
    <dgm:pt modelId="{DA4F2E77-DA05-42D9-8CC2-55913E4013F9}">
      <dgm:prSet phldrT="[Text]"/>
      <dgm:spPr/>
      <dgm:t>
        <a:bodyPr/>
        <a:lstStyle/>
        <a:p>
          <a:r>
            <a:rPr lang="en-US" dirty="0"/>
            <a:t>Consumer</a:t>
          </a:r>
        </a:p>
      </dgm:t>
    </dgm:pt>
    <dgm:pt modelId="{128D3077-301F-469D-B2F2-913F71B62860}" type="parTrans" cxnId="{857BE0C9-89DA-4D9E-B4BE-68D2264CE8AC}">
      <dgm:prSet/>
      <dgm:spPr/>
      <dgm:t>
        <a:bodyPr/>
        <a:lstStyle/>
        <a:p>
          <a:endParaRPr lang="en-US"/>
        </a:p>
      </dgm:t>
    </dgm:pt>
    <dgm:pt modelId="{DFD5E6F4-9DA4-4C7B-B9EE-C638C07F5DDC}" type="sibTrans" cxnId="{857BE0C9-89DA-4D9E-B4BE-68D2264CE8AC}">
      <dgm:prSet/>
      <dgm:spPr/>
      <dgm:t>
        <a:bodyPr/>
        <a:lstStyle/>
        <a:p>
          <a:endParaRPr lang="en-US"/>
        </a:p>
      </dgm:t>
    </dgm:pt>
    <dgm:pt modelId="{B64C83E2-57C6-4228-8BDD-16DFD5F05FCA}">
      <dgm:prSet phldrT="[Text]"/>
      <dgm:spPr/>
      <dgm:t>
        <a:bodyPr/>
        <a:lstStyle/>
        <a:p>
          <a:r>
            <a:rPr lang="en-US" dirty="0"/>
            <a:t>API Marketplace </a:t>
          </a:r>
        </a:p>
      </dgm:t>
    </dgm:pt>
    <dgm:pt modelId="{13371D1B-EFC1-4897-9457-A3862EDFC2DD}" type="parTrans" cxnId="{F147C45F-8618-4744-AB1C-B5D96226A9B8}">
      <dgm:prSet/>
      <dgm:spPr/>
      <dgm:t>
        <a:bodyPr/>
        <a:lstStyle/>
        <a:p>
          <a:endParaRPr lang="en-US"/>
        </a:p>
      </dgm:t>
    </dgm:pt>
    <dgm:pt modelId="{B4925BC6-DF4D-4AD6-A078-F576B2281474}" type="sibTrans" cxnId="{F147C45F-8618-4744-AB1C-B5D96226A9B8}">
      <dgm:prSet/>
      <dgm:spPr/>
      <dgm:t>
        <a:bodyPr/>
        <a:lstStyle/>
        <a:p>
          <a:endParaRPr lang="en-US"/>
        </a:p>
      </dgm:t>
    </dgm:pt>
    <dgm:pt modelId="{19F58467-EF97-429F-AE9B-59F17AF0CF09}">
      <dgm:prSet phldrT="[Text]"/>
      <dgm:spPr/>
      <dgm:t>
        <a:bodyPr/>
        <a:lstStyle/>
        <a:p>
          <a:r>
            <a:rPr lang="en-US" dirty="0"/>
            <a:t>Provider </a:t>
          </a:r>
        </a:p>
      </dgm:t>
    </dgm:pt>
    <dgm:pt modelId="{637F7277-B174-4DB3-B3C0-D13778F4CD22}" type="parTrans" cxnId="{E25892FF-DDD7-4CDA-9856-AEB1EFF08966}">
      <dgm:prSet/>
      <dgm:spPr/>
      <dgm:t>
        <a:bodyPr/>
        <a:lstStyle/>
        <a:p>
          <a:endParaRPr lang="en-US"/>
        </a:p>
      </dgm:t>
    </dgm:pt>
    <dgm:pt modelId="{D3F6D0DA-F37C-43E8-8848-708FFDE26517}" type="sibTrans" cxnId="{E25892FF-DDD7-4CDA-9856-AEB1EFF08966}">
      <dgm:prSet/>
      <dgm:spPr/>
      <dgm:t>
        <a:bodyPr/>
        <a:lstStyle/>
        <a:p>
          <a:endParaRPr lang="en-US"/>
        </a:p>
      </dgm:t>
    </dgm:pt>
    <dgm:pt modelId="{B91AAAB9-6446-4DD5-BF16-E57A1F52FE98}">
      <dgm:prSet/>
      <dgm:spPr/>
      <dgm:t>
        <a:bodyPr/>
        <a:lstStyle/>
        <a:p>
          <a:r>
            <a:rPr lang="en-US" dirty="0"/>
            <a:t>Submit request</a:t>
          </a:r>
        </a:p>
      </dgm:t>
    </dgm:pt>
    <dgm:pt modelId="{A01CB1A8-4546-4347-94EB-E21AFC51922C}" type="parTrans" cxnId="{06FD7F0B-1560-4100-8F45-382EEA4011A5}">
      <dgm:prSet/>
      <dgm:spPr/>
      <dgm:t>
        <a:bodyPr/>
        <a:lstStyle/>
        <a:p>
          <a:endParaRPr lang="en-US"/>
        </a:p>
      </dgm:t>
    </dgm:pt>
    <dgm:pt modelId="{82B4F6AF-E1BF-4D47-9BE1-4FB96EFE819B}" type="sibTrans" cxnId="{06FD7F0B-1560-4100-8F45-382EEA4011A5}">
      <dgm:prSet/>
      <dgm:spPr/>
      <dgm:t>
        <a:bodyPr/>
        <a:lstStyle/>
        <a:p>
          <a:endParaRPr lang="en-US"/>
        </a:p>
      </dgm:t>
    </dgm:pt>
    <dgm:pt modelId="{742CC49E-6E28-491A-A0F7-878AEA3A1E5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Review results</a:t>
          </a:r>
        </a:p>
      </dgm:t>
    </dgm:pt>
    <dgm:pt modelId="{EC0FB26E-AF82-4CF5-961C-B6E5C1E5BEC7}" type="parTrans" cxnId="{8BA011D8-9F24-4492-BC22-F19C34215A9B}">
      <dgm:prSet/>
      <dgm:spPr/>
      <dgm:t>
        <a:bodyPr/>
        <a:lstStyle/>
        <a:p>
          <a:endParaRPr lang="en-US"/>
        </a:p>
      </dgm:t>
    </dgm:pt>
    <dgm:pt modelId="{4D6EEDC0-681C-4586-B169-284026495033}" type="sibTrans" cxnId="{8BA011D8-9F24-4492-BC22-F19C34215A9B}">
      <dgm:prSet/>
      <dgm:spPr/>
      <dgm:t>
        <a:bodyPr/>
        <a:lstStyle/>
        <a:p>
          <a:endParaRPr lang="en-US"/>
        </a:p>
      </dgm:t>
    </dgm:pt>
    <dgm:pt modelId="{843251E8-8C87-4645-9366-E67206DF8B9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Forward request.</a:t>
          </a:r>
        </a:p>
      </dgm:t>
    </dgm:pt>
    <dgm:pt modelId="{E46E4866-9EDF-4C0C-9E40-C2540E13E63B}" type="parTrans" cxnId="{2814593A-3E74-4FE8-810D-A4378781912A}">
      <dgm:prSet/>
      <dgm:spPr/>
      <dgm:t>
        <a:bodyPr/>
        <a:lstStyle/>
        <a:p>
          <a:endParaRPr lang="en-US"/>
        </a:p>
      </dgm:t>
    </dgm:pt>
    <dgm:pt modelId="{AC306F0F-7A05-46A4-A2D1-975E9FA6CC8F}" type="sibTrans" cxnId="{2814593A-3E74-4FE8-810D-A4378781912A}">
      <dgm:prSet/>
      <dgm:spPr/>
      <dgm:t>
        <a:bodyPr/>
        <a:lstStyle/>
        <a:p>
          <a:endParaRPr lang="en-US"/>
        </a:p>
      </dgm:t>
    </dgm:pt>
    <dgm:pt modelId="{E547EC30-05D7-4B60-BE74-EE731D6705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Show Results </a:t>
          </a:r>
          <a:endParaRPr lang="en-US" dirty="0"/>
        </a:p>
      </dgm:t>
    </dgm:pt>
    <dgm:pt modelId="{1B49FE7D-0B79-43C7-81D1-8B573753A1F7}" type="parTrans" cxnId="{D37647E3-078D-4372-A57D-0E14ED17F0F1}">
      <dgm:prSet/>
      <dgm:spPr/>
      <dgm:t>
        <a:bodyPr/>
        <a:lstStyle/>
        <a:p>
          <a:endParaRPr lang="en-US"/>
        </a:p>
      </dgm:t>
    </dgm:pt>
    <dgm:pt modelId="{6215D25A-E045-492D-940D-1C0CBCC619DF}" type="sibTrans" cxnId="{D37647E3-078D-4372-A57D-0E14ED17F0F1}">
      <dgm:prSet/>
      <dgm:spPr/>
      <dgm:t>
        <a:bodyPr/>
        <a:lstStyle/>
        <a:p>
          <a:endParaRPr lang="en-US"/>
        </a:p>
      </dgm:t>
    </dgm:pt>
    <dgm:pt modelId="{B953285E-5D50-4BCF-8BDD-F088F8C01B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82B195E8-3CA6-4A8B-8869-599E8A96C44E}" type="parTrans" cxnId="{743648F2-303E-4348-A335-3BB63ABE19D8}">
      <dgm:prSet/>
      <dgm:spPr/>
      <dgm:t>
        <a:bodyPr/>
        <a:lstStyle/>
        <a:p>
          <a:endParaRPr lang="en-US"/>
        </a:p>
      </dgm:t>
    </dgm:pt>
    <dgm:pt modelId="{303A70AF-0811-4BB5-8916-4EA63CCD0EC6}" type="sibTrans" cxnId="{743648F2-303E-4348-A335-3BB63ABE19D8}">
      <dgm:prSet/>
      <dgm:spPr/>
      <dgm:t>
        <a:bodyPr/>
        <a:lstStyle/>
        <a:p>
          <a:endParaRPr lang="en-US"/>
        </a:p>
      </dgm:t>
    </dgm:pt>
    <dgm:pt modelId="{09BDD6DC-A969-417C-8499-68CDEE83FBBF}">
      <dgm:prSet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0" i="0" u="none" strike="noStrike" cap="none" normalizeH="0" baseline="0">
              <a:ln/>
              <a:effectLst/>
              <a:latin typeface="Arial" panose="020B0604020202020204" pitchFamily="34" charset="0"/>
            </a:rPr>
            <a:t>Validate &amp; secure</a:t>
          </a:r>
          <a:endParaRPr lang="en-US" dirty="0"/>
        </a:p>
      </dgm:t>
    </dgm:pt>
    <dgm:pt modelId="{AA80E1E2-A0E6-47E8-82F4-A7661831B762}" type="parTrans" cxnId="{0927BBFF-2276-419F-A853-ECEF0C66E58B}">
      <dgm:prSet/>
      <dgm:spPr/>
      <dgm:t>
        <a:bodyPr/>
        <a:lstStyle/>
        <a:p>
          <a:endParaRPr lang="en-US"/>
        </a:p>
      </dgm:t>
    </dgm:pt>
    <dgm:pt modelId="{C6B4491C-E714-4A8D-9565-FDE7A07A318C}" type="sibTrans" cxnId="{0927BBFF-2276-419F-A853-ECEF0C66E58B}">
      <dgm:prSet/>
      <dgm:spPr/>
      <dgm:t>
        <a:bodyPr/>
        <a:lstStyle/>
        <a:p>
          <a:endParaRPr lang="en-US"/>
        </a:p>
      </dgm:t>
    </dgm:pt>
    <dgm:pt modelId="{1B73BA3E-5CF8-4A2A-ABE9-C5F37ED29B71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ln/>
              <a:effectLst/>
              <a:latin typeface="Arial" panose="020B0604020202020204" pitchFamily="34" charset="0"/>
            </a:rPr>
            <a:t>Route to Provider</a:t>
          </a:r>
          <a:endParaRPr kumimoji="0" lang="en-US" altLang="en-US" b="0" i="0" u="none" strike="noStrike" cap="none" normalizeH="0" baseline="0" dirty="0">
            <a:ln/>
            <a:effectLst/>
            <a:latin typeface="Arial" panose="020B0604020202020204" pitchFamily="34" charset="0"/>
          </a:endParaRPr>
        </a:p>
      </dgm:t>
    </dgm:pt>
    <dgm:pt modelId="{8FA33E2F-3338-4EEE-A25F-F296C34A9879}" type="parTrans" cxnId="{AC8F6730-05D6-4761-90D6-30E4C7A871F0}">
      <dgm:prSet/>
      <dgm:spPr/>
      <dgm:t>
        <a:bodyPr/>
        <a:lstStyle/>
        <a:p>
          <a:endParaRPr lang="en-US"/>
        </a:p>
      </dgm:t>
    </dgm:pt>
    <dgm:pt modelId="{EA949398-0F07-492D-8502-A02233DD9C83}" type="sibTrans" cxnId="{AC8F6730-05D6-4761-90D6-30E4C7A871F0}">
      <dgm:prSet/>
      <dgm:spPr/>
      <dgm:t>
        <a:bodyPr/>
        <a:lstStyle/>
        <a:p>
          <a:endParaRPr lang="en-US"/>
        </a:p>
      </dgm:t>
    </dgm:pt>
    <dgm:pt modelId="{4B5D5D48-05A8-4652-B784-74ECAC87FA0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Process merchants</a:t>
          </a:r>
        </a:p>
      </dgm:t>
    </dgm:pt>
    <dgm:pt modelId="{B9FC169B-C7E3-429E-9E31-B83780914F8C}" type="parTrans" cxnId="{99FDA2A0-27E3-4C7A-B41F-F959CCADFD8C}">
      <dgm:prSet/>
      <dgm:spPr/>
      <dgm:t>
        <a:bodyPr/>
        <a:lstStyle/>
        <a:p>
          <a:endParaRPr lang="en-US"/>
        </a:p>
      </dgm:t>
    </dgm:pt>
    <dgm:pt modelId="{2B120FEF-E1FA-4DFA-A8BE-EB65242995C2}" type="sibTrans" cxnId="{99FDA2A0-27E3-4C7A-B41F-F959CCADFD8C}">
      <dgm:prSet/>
      <dgm:spPr/>
      <dgm:t>
        <a:bodyPr/>
        <a:lstStyle/>
        <a:p>
          <a:endParaRPr lang="en-US"/>
        </a:p>
      </dgm:t>
    </dgm:pt>
    <dgm:pt modelId="{ED9791B0-EDEC-4F78-9BCA-33011543C69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Return results</a:t>
          </a:r>
        </a:p>
      </dgm:t>
    </dgm:pt>
    <dgm:pt modelId="{11D6FDBA-6B8B-4279-9E79-D26C24817ACD}" type="parTrans" cxnId="{4329B316-78EA-49D3-9186-A42AF07A8FE1}">
      <dgm:prSet/>
      <dgm:spPr/>
      <dgm:t>
        <a:bodyPr/>
        <a:lstStyle/>
        <a:p>
          <a:endParaRPr lang="en-US"/>
        </a:p>
      </dgm:t>
    </dgm:pt>
    <dgm:pt modelId="{E923B8F5-BEC7-4E05-B1DF-14CD3DFF123E}" type="sibTrans" cxnId="{4329B316-78EA-49D3-9186-A42AF07A8FE1}">
      <dgm:prSet/>
      <dgm:spPr/>
      <dgm:t>
        <a:bodyPr/>
        <a:lstStyle/>
        <a:p>
          <a:endParaRPr lang="en-US"/>
        </a:p>
      </dgm:t>
    </dgm:pt>
    <dgm:pt modelId="{972BBA78-CFB7-47CB-9FBD-70A79FE65E57}" type="pres">
      <dgm:prSet presAssocID="{AC9683A1-B79C-4E96-9CF6-739469AEFF94}" presName="linearFlow" presStyleCnt="0">
        <dgm:presLayoutVars>
          <dgm:dir/>
          <dgm:animLvl val="lvl"/>
          <dgm:resizeHandles val="exact"/>
        </dgm:presLayoutVars>
      </dgm:prSet>
      <dgm:spPr/>
    </dgm:pt>
    <dgm:pt modelId="{1EB65191-1583-4EA3-9863-25BA417EE173}" type="pres">
      <dgm:prSet presAssocID="{81144122-A197-42E6-B028-6080E74BBADD}" presName="composite" presStyleCnt="0"/>
      <dgm:spPr/>
    </dgm:pt>
    <dgm:pt modelId="{90D496C4-E9DC-4771-AE72-6997A53BD7AB}" type="pres">
      <dgm:prSet presAssocID="{81144122-A197-42E6-B028-6080E74BBAD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9DE6D28-A4ED-4737-A8BD-1473A6EFC048}" type="pres">
      <dgm:prSet presAssocID="{81144122-A197-42E6-B028-6080E74BBADD}" presName="parSh" presStyleLbl="node1" presStyleIdx="0" presStyleCnt="4" custLinFactY="-10526" custLinFactNeighborX="32394" custLinFactNeighborY="-100000"/>
      <dgm:spPr/>
    </dgm:pt>
    <dgm:pt modelId="{AAC62C59-E940-40DB-AA9F-AC56C7F8EE40}" type="pres">
      <dgm:prSet presAssocID="{81144122-A197-42E6-B028-6080E74BBADD}" presName="desTx" presStyleLbl="fgAcc1" presStyleIdx="0" presStyleCnt="4" custLinFactNeighborX="11912" custLinFactNeighborY="-59820">
        <dgm:presLayoutVars>
          <dgm:bulletEnabled val="1"/>
        </dgm:presLayoutVars>
      </dgm:prSet>
      <dgm:spPr/>
    </dgm:pt>
    <dgm:pt modelId="{D3371154-DC26-4315-B850-31A900B65559}" type="pres">
      <dgm:prSet presAssocID="{79FACB25-BEDA-419F-B0C2-FF7050477204}" presName="sibTrans" presStyleLbl="sibTrans2D1" presStyleIdx="0" presStyleCnt="3"/>
      <dgm:spPr/>
    </dgm:pt>
    <dgm:pt modelId="{1F6F51DD-990F-416C-BF3A-60A847624304}" type="pres">
      <dgm:prSet presAssocID="{79FACB25-BEDA-419F-B0C2-FF7050477204}" presName="connTx" presStyleLbl="sibTrans2D1" presStyleIdx="0" presStyleCnt="3"/>
      <dgm:spPr/>
    </dgm:pt>
    <dgm:pt modelId="{37EEE857-AA56-4094-B9CD-23128B09C7D1}" type="pres">
      <dgm:prSet presAssocID="{DA4F2E77-DA05-42D9-8CC2-55913E4013F9}" presName="composite" presStyleCnt="0"/>
      <dgm:spPr/>
    </dgm:pt>
    <dgm:pt modelId="{9AB00427-CC59-4EE5-BCB8-0E7D808007D1}" type="pres">
      <dgm:prSet presAssocID="{DA4F2E77-DA05-42D9-8CC2-55913E4013F9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2207D40-C646-4D08-9BA7-9D8327A340A8}" type="pres">
      <dgm:prSet presAssocID="{DA4F2E77-DA05-42D9-8CC2-55913E4013F9}" presName="parSh" presStyleLbl="node1" presStyleIdx="1" presStyleCnt="4" custLinFactY="-10526" custLinFactNeighborX="11681" custLinFactNeighborY="-100000"/>
      <dgm:spPr/>
    </dgm:pt>
    <dgm:pt modelId="{58B00AEE-FE6D-4A50-A106-C5EFCDE5CD2F}" type="pres">
      <dgm:prSet presAssocID="{DA4F2E77-DA05-42D9-8CC2-55913E4013F9}" presName="desTx" presStyleLbl="fgAcc1" presStyleIdx="1" presStyleCnt="4" custLinFactNeighborX="11681" custLinFactNeighborY="-59820">
        <dgm:presLayoutVars>
          <dgm:bulletEnabled val="1"/>
        </dgm:presLayoutVars>
      </dgm:prSet>
      <dgm:spPr/>
    </dgm:pt>
    <dgm:pt modelId="{132B5ADC-6D14-465C-AE73-BC25A196AD9A}" type="pres">
      <dgm:prSet presAssocID="{DFD5E6F4-9DA4-4C7B-B9EE-C638C07F5DDC}" presName="sibTrans" presStyleLbl="sibTrans2D1" presStyleIdx="1" presStyleCnt="3"/>
      <dgm:spPr/>
    </dgm:pt>
    <dgm:pt modelId="{B05791B1-C4F6-41A7-9E30-509A00F92A72}" type="pres">
      <dgm:prSet presAssocID="{DFD5E6F4-9DA4-4C7B-B9EE-C638C07F5DDC}" presName="connTx" presStyleLbl="sibTrans2D1" presStyleIdx="1" presStyleCnt="3"/>
      <dgm:spPr/>
    </dgm:pt>
    <dgm:pt modelId="{C3DF5ED5-D632-4D0B-9DAF-965428967ADD}" type="pres">
      <dgm:prSet presAssocID="{B64C83E2-57C6-4228-8BDD-16DFD5F05FCA}" presName="composite" presStyleCnt="0"/>
      <dgm:spPr/>
    </dgm:pt>
    <dgm:pt modelId="{CA90CCD5-D261-4378-BC18-CEFFD0699C02}" type="pres">
      <dgm:prSet presAssocID="{B64C83E2-57C6-4228-8BDD-16DFD5F05FCA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286F257-42BB-4560-9A75-F35E14EAAAE7}" type="pres">
      <dgm:prSet presAssocID="{B64C83E2-57C6-4228-8BDD-16DFD5F05FCA}" presName="parSh" presStyleLbl="node1" presStyleIdx="2" presStyleCnt="4" custLinFactY="-10526" custLinFactNeighborX="11681" custLinFactNeighborY="-100000"/>
      <dgm:spPr/>
    </dgm:pt>
    <dgm:pt modelId="{7F8608F9-BDE1-4BE8-B9B4-C2B4A3AF15CB}" type="pres">
      <dgm:prSet presAssocID="{B64C83E2-57C6-4228-8BDD-16DFD5F05FCA}" presName="desTx" presStyleLbl="fgAcc1" presStyleIdx="2" presStyleCnt="4" custLinFactNeighborX="11681" custLinFactNeighborY="-59820">
        <dgm:presLayoutVars>
          <dgm:bulletEnabled val="1"/>
        </dgm:presLayoutVars>
      </dgm:prSet>
      <dgm:spPr/>
    </dgm:pt>
    <dgm:pt modelId="{37075014-2256-4878-9A56-D1A2BEFA5BF2}" type="pres">
      <dgm:prSet presAssocID="{B4925BC6-DF4D-4AD6-A078-F576B2281474}" presName="sibTrans" presStyleLbl="sibTrans2D1" presStyleIdx="2" presStyleCnt="3"/>
      <dgm:spPr/>
    </dgm:pt>
    <dgm:pt modelId="{63B42254-2D4A-4CEE-86A7-5BE61FFC4FD7}" type="pres">
      <dgm:prSet presAssocID="{B4925BC6-DF4D-4AD6-A078-F576B2281474}" presName="connTx" presStyleLbl="sibTrans2D1" presStyleIdx="2" presStyleCnt="3"/>
      <dgm:spPr/>
    </dgm:pt>
    <dgm:pt modelId="{2F5E18CD-5597-4A7B-9E1F-288583654719}" type="pres">
      <dgm:prSet presAssocID="{19F58467-EF97-429F-AE9B-59F17AF0CF09}" presName="composite" presStyleCnt="0"/>
      <dgm:spPr/>
    </dgm:pt>
    <dgm:pt modelId="{A614780D-20E3-4472-A265-7AF20D95E167}" type="pres">
      <dgm:prSet presAssocID="{19F58467-EF97-429F-AE9B-59F17AF0CF09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8AF396E-4AB4-4BC6-A5EA-F6AD54AD6C57}" type="pres">
      <dgm:prSet presAssocID="{19F58467-EF97-429F-AE9B-59F17AF0CF09}" presName="parSh" presStyleLbl="node1" presStyleIdx="3" presStyleCnt="4" custLinFactY="-10526" custLinFactNeighborX="11681" custLinFactNeighborY="-100000"/>
      <dgm:spPr/>
    </dgm:pt>
    <dgm:pt modelId="{7BFDB50B-C12F-4BC5-A0F7-2628E2336A6E}" type="pres">
      <dgm:prSet presAssocID="{19F58467-EF97-429F-AE9B-59F17AF0CF09}" presName="desTx" presStyleLbl="fgAcc1" presStyleIdx="3" presStyleCnt="4" custLinFactNeighborX="11681" custLinFactNeighborY="-59820">
        <dgm:presLayoutVars>
          <dgm:bulletEnabled val="1"/>
        </dgm:presLayoutVars>
      </dgm:prSet>
      <dgm:spPr/>
    </dgm:pt>
  </dgm:ptLst>
  <dgm:cxnLst>
    <dgm:cxn modelId="{06FD7F0B-1560-4100-8F45-382EEA4011A5}" srcId="{81144122-A197-42E6-B028-6080E74BBADD}" destId="{B91AAAB9-6446-4DD5-BF16-E57A1F52FE98}" srcOrd="0" destOrd="0" parTransId="{A01CB1A8-4546-4347-94EB-E21AFC51922C}" sibTransId="{82B4F6AF-E1BF-4D47-9BE1-4FB96EFE819B}"/>
    <dgm:cxn modelId="{4329B316-78EA-49D3-9186-A42AF07A8FE1}" srcId="{19F58467-EF97-429F-AE9B-59F17AF0CF09}" destId="{ED9791B0-EDEC-4F78-9BCA-33011543C693}" srcOrd="1" destOrd="0" parTransId="{11D6FDBA-6B8B-4279-9E79-D26C24817ACD}" sibTransId="{E923B8F5-BEC7-4E05-B1DF-14CD3DFF123E}"/>
    <dgm:cxn modelId="{3887C222-E9FA-45EA-B055-7237F02303E9}" type="presOf" srcId="{79FACB25-BEDA-419F-B0C2-FF7050477204}" destId="{1F6F51DD-990F-416C-BF3A-60A847624304}" srcOrd="1" destOrd="0" presId="urn:microsoft.com/office/officeart/2005/8/layout/process3"/>
    <dgm:cxn modelId="{AC8F6730-05D6-4761-90D6-30E4C7A871F0}" srcId="{B64C83E2-57C6-4228-8BDD-16DFD5F05FCA}" destId="{1B73BA3E-5CF8-4A2A-ABE9-C5F37ED29B71}" srcOrd="1" destOrd="0" parTransId="{8FA33E2F-3338-4EEE-A25F-F296C34A9879}" sibTransId="{EA949398-0F07-492D-8502-A02233DD9C83}"/>
    <dgm:cxn modelId="{CAB36332-1B12-4BFB-91F8-41995DBE48D7}" type="presOf" srcId="{B91AAAB9-6446-4DD5-BF16-E57A1F52FE98}" destId="{AAC62C59-E940-40DB-AA9F-AC56C7F8EE40}" srcOrd="0" destOrd="0" presId="urn:microsoft.com/office/officeart/2005/8/layout/process3"/>
    <dgm:cxn modelId="{23C8C136-CD2B-4CA9-978C-0580C9B47758}" type="presOf" srcId="{09BDD6DC-A969-417C-8499-68CDEE83FBBF}" destId="{7F8608F9-BDE1-4BE8-B9B4-C2B4A3AF15CB}" srcOrd="0" destOrd="0" presId="urn:microsoft.com/office/officeart/2005/8/layout/process3"/>
    <dgm:cxn modelId="{2814593A-3E74-4FE8-810D-A4378781912A}" srcId="{DA4F2E77-DA05-42D9-8CC2-55913E4013F9}" destId="{843251E8-8C87-4645-9366-E67206DF8B9A}" srcOrd="0" destOrd="0" parTransId="{E46E4866-9EDF-4C0C-9E40-C2540E13E63B}" sibTransId="{AC306F0F-7A05-46A4-A2D1-975E9FA6CC8F}"/>
    <dgm:cxn modelId="{DB1D4C3D-0072-41EA-A33C-F154142B8669}" type="presOf" srcId="{19F58467-EF97-429F-AE9B-59F17AF0CF09}" destId="{C8AF396E-4AB4-4BC6-A5EA-F6AD54AD6C57}" srcOrd="1" destOrd="0" presId="urn:microsoft.com/office/officeart/2005/8/layout/process3"/>
    <dgm:cxn modelId="{F147C45F-8618-4744-AB1C-B5D96226A9B8}" srcId="{AC9683A1-B79C-4E96-9CF6-739469AEFF94}" destId="{B64C83E2-57C6-4228-8BDD-16DFD5F05FCA}" srcOrd="2" destOrd="0" parTransId="{13371D1B-EFC1-4897-9457-A3862EDFC2DD}" sibTransId="{B4925BC6-DF4D-4AD6-A078-F576B2281474}"/>
    <dgm:cxn modelId="{183B9046-62C2-4B5A-B503-E04902823390}" type="presOf" srcId="{B4925BC6-DF4D-4AD6-A078-F576B2281474}" destId="{37075014-2256-4878-9A56-D1A2BEFA5BF2}" srcOrd="0" destOrd="0" presId="urn:microsoft.com/office/officeart/2005/8/layout/process3"/>
    <dgm:cxn modelId="{C6574267-E839-407F-9A6B-6FDF39DED9CA}" type="presOf" srcId="{DFD5E6F4-9DA4-4C7B-B9EE-C638C07F5DDC}" destId="{132B5ADC-6D14-465C-AE73-BC25A196AD9A}" srcOrd="0" destOrd="0" presId="urn:microsoft.com/office/officeart/2005/8/layout/process3"/>
    <dgm:cxn modelId="{C370204A-8A58-4334-B352-20D11C3A14F4}" type="presOf" srcId="{E547EC30-05D7-4B60-BE74-EE731D67057F}" destId="{58B00AEE-FE6D-4A50-A106-C5EFCDE5CD2F}" srcOrd="0" destOrd="1" presId="urn:microsoft.com/office/officeart/2005/8/layout/process3"/>
    <dgm:cxn modelId="{92CCD66A-5129-4B09-850D-8234B9B7554F}" type="presOf" srcId="{19F58467-EF97-429F-AE9B-59F17AF0CF09}" destId="{A614780D-20E3-4472-A265-7AF20D95E167}" srcOrd="0" destOrd="0" presId="urn:microsoft.com/office/officeart/2005/8/layout/process3"/>
    <dgm:cxn modelId="{74322F6B-061F-44B3-BDA0-391AAA91E408}" type="presOf" srcId="{DA4F2E77-DA05-42D9-8CC2-55913E4013F9}" destId="{9AB00427-CC59-4EE5-BCB8-0E7D808007D1}" srcOrd="0" destOrd="0" presId="urn:microsoft.com/office/officeart/2005/8/layout/process3"/>
    <dgm:cxn modelId="{8CC6D94B-FDB4-4F1F-AA31-39567792F57D}" type="presOf" srcId="{AC9683A1-B79C-4E96-9CF6-739469AEFF94}" destId="{972BBA78-CFB7-47CB-9FBD-70A79FE65E57}" srcOrd="0" destOrd="0" presId="urn:microsoft.com/office/officeart/2005/8/layout/process3"/>
    <dgm:cxn modelId="{4161444F-1B99-4AEB-9CC3-A1CAC83D9D7A}" type="presOf" srcId="{81144122-A197-42E6-B028-6080E74BBADD}" destId="{09DE6D28-A4ED-4737-A8BD-1473A6EFC048}" srcOrd="1" destOrd="0" presId="urn:microsoft.com/office/officeart/2005/8/layout/process3"/>
    <dgm:cxn modelId="{C4E21954-59F6-4808-ABEF-627D501F98C1}" type="presOf" srcId="{79FACB25-BEDA-419F-B0C2-FF7050477204}" destId="{D3371154-DC26-4315-B850-31A900B65559}" srcOrd="0" destOrd="0" presId="urn:microsoft.com/office/officeart/2005/8/layout/process3"/>
    <dgm:cxn modelId="{198F6E55-186B-4DD1-9459-678CA70899DF}" type="presOf" srcId="{DA4F2E77-DA05-42D9-8CC2-55913E4013F9}" destId="{42207D40-C646-4D08-9BA7-9D8327A340A8}" srcOrd="1" destOrd="0" presId="urn:microsoft.com/office/officeart/2005/8/layout/process3"/>
    <dgm:cxn modelId="{EC32C19E-6EF8-4621-B814-7E04B2E7835A}" type="presOf" srcId="{4B5D5D48-05A8-4652-B784-74ECAC87FA0C}" destId="{7BFDB50B-C12F-4BC5-A0F7-2628E2336A6E}" srcOrd="0" destOrd="0" presId="urn:microsoft.com/office/officeart/2005/8/layout/process3"/>
    <dgm:cxn modelId="{99FDA2A0-27E3-4C7A-B41F-F959CCADFD8C}" srcId="{19F58467-EF97-429F-AE9B-59F17AF0CF09}" destId="{4B5D5D48-05A8-4652-B784-74ECAC87FA0C}" srcOrd="0" destOrd="0" parTransId="{B9FC169B-C7E3-429E-9E31-B83780914F8C}" sibTransId="{2B120FEF-E1FA-4DFA-A8BE-EB65242995C2}"/>
    <dgm:cxn modelId="{6EC5E8A3-74D9-474B-9FA2-236B8B7DD0A8}" type="presOf" srcId="{742CC49E-6E28-491A-A0F7-878AEA3A1E53}" destId="{AAC62C59-E940-40DB-AA9F-AC56C7F8EE40}" srcOrd="0" destOrd="1" presId="urn:microsoft.com/office/officeart/2005/8/layout/process3"/>
    <dgm:cxn modelId="{56042FB0-82B3-4ECD-A813-8ACE70880F04}" type="presOf" srcId="{B4925BC6-DF4D-4AD6-A078-F576B2281474}" destId="{63B42254-2D4A-4CEE-86A7-5BE61FFC4FD7}" srcOrd="1" destOrd="0" presId="urn:microsoft.com/office/officeart/2005/8/layout/process3"/>
    <dgm:cxn modelId="{4830A8B7-EC48-4996-990D-109907C025DD}" type="presOf" srcId="{843251E8-8C87-4645-9366-E67206DF8B9A}" destId="{58B00AEE-FE6D-4A50-A106-C5EFCDE5CD2F}" srcOrd="0" destOrd="0" presId="urn:microsoft.com/office/officeart/2005/8/layout/process3"/>
    <dgm:cxn modelId="{16B944BF-A584-431E-A7FE-4C9343FF8979}" type="presOf" srcId="{81144122-A197-42E6-B028-6080E74BBADD}" destId="{90D496C4-E9DC-4771-AE72-6997A53BD7AB}" srcOrd="0" destOrd="0" presId="urn:microsoft.com/office/officeart/2005/8/layout/process3"/>
    <dgm:cxn modelId="{3684FDC6-B957-40B3-ADD9-720D266A1308}" type="presOf" srcId="{B64C83E2-57C6-4228-8BDD-16DFD5F05FCA}" destId="{6286F257-42BB-4560-9A75-F35E14EAAAE7}" srcOrd="1" destOrd="0" presId="urn:microsoft.com/office/officeart/2005/8/layout/process3"/>
    <dgm:cxn modelId="{857BE0C9-89DA-4D9E-B4BE-68D2264CE8AC}" srcId="{AC9683A1-B79C-4E96-9CF6-739469AEFF94}" destId="{DA4F2E77-DA05-42D9-8CC2-55913E4013F9}" srcOrd="1" destOrd="0" parTransId="{128D3077-301F-469D-B2F2-913F71B62860}" sibTransId="{DFD5E6F4-9DA4-4C7B-B9EE-C638C07F5DDC}"/>
    <dgm:cxn modelId="{861432D5-772A-4783-B8E6-72685558E310}" type="presOf" srcId="{DFD5E6F4-9DA4-4C7B-B9EE-C638C07F5DDC}" destId="{B05791B1-C4F6-41A7-9E30-509A00F92A72}" srcOrd="1" destOrd="0" presId="urn:microsoft.com/office/officeart/2005/8/layout/process3"/>
    <dgm:cxn modelId="{5FFEF0D6-DBFD-49BC-85D3-E0EAE31AF682}" srcId="{AC9683A1-B79C-4E96-9CF6-739469AEFF94}" destId="{81144122-A197-42E6-B028-6080E74BBADD}" srcOrd="0" destOrd="0" parTransId="{FBE459CE-9CA9-4964-9BB7-857B4466341E}" sibTransId="{79FACB25-BEDA-419F-B0C2-FF7050477204}"/>
    <dgm:cxn modelId="{8BA011D8-9F24-4492-BC22-F19C34215A9B}" srcId="{81144122-A197-42E6-B028-6080E74BBADD}" destId="{742CC49E-6E28-491A-A0F7-878AEA3A1E53}" srcOrd="1" destOrd="0" parTransId="{EC0FB26E-AF82-4CF5-961C-B6E5C1E5BEC7}" sibTransId="{4D6EEDC0-681C-4586-B169-284026495033}"/>
    <dgm:cxn modelId="{690598DC-4DD8-4D6D-B789-BDBA03770577}" type="presOf" srcId="{1B73BA3E-5CF8-4A2A-ABE9-C5F37ED29B71}" destId="{7F8608F9-BDE1-4BE8-B9B4-C2B4A3AF15CB}" srcOrd="0" destOrd="1" presId="urn:microsoft.com/office/officeart/2005/8/layout/process3"/>
    <dgm:cxn modelId="{D37647E3-078D-4372-A57D-0E14ED17F0F1}" srcId="{DA4F2E77-DA05-42D9-8CC2-55913E4013F9}" destId="{E547EC30-05D7-4B60-BE74-EE731D67057F}" srcOrd="1" destOrd="0" parTransId="{1B49FE7D-0B79-43C7-81D1-8B573753A1F7}" sibTransId="{6215D25A-E045-492D-940D-1C0CBCC619DF}"/>
    <dgm:cxn modelId="{249C83E8-0C00-4374-A161-8BD34F2853C0}" type="presOf" srcId="{ED9791B0-EDEC-4F78-9BCA-33011543C693}" destId="{7BFDB50B-C12F-4BC5-A0F7-2628E2336A6E}" srcOrd="0" destOrd="1" presId="urn:microsoft.com/office/officeart/2005/8/layout/process3"/>
    <dgm:cxn modelId="{5062AAEE-350A-4C65-94FA-4A1579F849C0}" type="presOf" srcId="{B64C83E2-57C6-4228-8BDD-16DFD5F05FCA}" destId="{CA90CCD5-D261-4378-BC18-CEFFD0699C02}" srcOrd="0" destOrd="0" presId="urn:microsoft.com/office/officeart/2005/8/layout/process3"/>
    <dgm:cxn modelId="{743648F2-303E-4348-A335-3BB63ABE19D8}" srcId="{DA4F2E77-DA05-42D9-8CC2-55913E4013F9}" destId="{B953285E-5D50-4BCF-8BDD-F088F8C01B01}" srcOrd="2" destOrd="0" parTransId="{82B195E8-3CA6-4A8B-8869-599E8A96C44E}" sibTransId="{303A70AF-0811-4BB5-8916-4EA63CCD0EC6}"/>
    <dgm:cxn modelId="{CE1C4FFC-4CE6-44FE-861E-772EF4AA5D68}" type="presOf" srcId="{B953285E-5D50-4BCF-8BDD-F088F8C01B01}" destId="{58B00AEE-FE6D-4A50-A106-C5EFCDE5CD2F}" srcOrd="0" destOrd="2" presId="urn:microsoft.com/office/officeart/2005/8/layout/process3"/>
    <dgm:cxn modelId="{E25892FF-DDD7-4CDA-9856-AEB1EFF08966}" srcId="{AC9683A1-B79C-4E96-9CF6-739469AEFF94}" destId="{19F58467-EF97-429F-AE9B-59F17AF0CF09}" srcOrd="3" destOrd="0" parTransId="{637F7277-B174-4DB3-B3C0-D13778F4CD22}" sibTransId="{D3F6D0DA-F37C-43E8-8848-708FFDE26517}"/>
    <dgm:cxn modelId="{0927BBFF-2276-419F-A853-ECEF0C66E58B}" srcId="{B64C83E2-57C6-4228-8BDD-16DFD5F05FCA}" destId="{09BDD6DC-A969-417C-8499-68CDEE83FBBF}" srcOrd="0" destOrd="0" parTransId="{AA80E1E2-A0E6-47E8-82F4-A7661831B762}" sibTransId="{C6B4491C-E714-4A8D-9565-FDE7A07A318C}"/>
    <dgm:cxn modelId="{8FE91081-1CD2-4A6E-9BEC-0B461E80CC71}" type="presParOf" srcId="{972BBA78-CFB7-47CB-9FBD-70A79FE65E57}" destId="{1EB65191-1583-4EA3-9863-25BA417EE173}" srcOrd="0" destOrd="0" presId="urn:microsoft.com/office/officeart/2005/8/layout/process3"/>
    <dgm:cxn modelId="{540DE2F8-F38E-45DC-8996-A8D7A9883851}" type="presParOf" srcId="{1EB65191-1583-4EA3-9863-25BA417EE173}" destId="{90D496C4-E9DC-4771-AE72-6997A53BD7AB}" srcOrd="0" destOrd="0" presId="urn:microsoft.com/office/officeart/2005/8/layout/process3"/>
    <dgm:cxn modelId="{A89059B9-97B4-435C-9606-7F16A9953C7A}" type="presParOf" srcId="{1EB65191-1583-4EA3-9863-25BA417EE173}" destId="{09DE6D28-A4ED-4737-A8BD-1473A6EFC048}" srcOrd="1" destOrd="0" presId="urn:microsoft.com/office/officeart/2005/8/layout/process3"/>
    <dgm:cxn modelId="{B76D791E-D84B-475D-B021-944EC915E8FD}" type="presParOf" srcId="{1EB65191-1583-4EA3-9863-25BA417EE173}" destId="{AAC62C59-E940-40DB-AA9F-AC56C7F8EE40}" srcOrd="2" destOrd="0" presId="urn:microsoft.com/office/officeart/2005/8/layout/process3"/>
    <dgm:cxn modelId="{0ADC32B1-E86E-4CF0-A4C8-84DE96309377}" type="presParOf" srcId="{972BBA78-CFB7-47CB-9FBD-70A79FE65E57}" destId="{D3371154-DC26-4315-B850-31A900B65559}" srcOrd="1" destOrd="0" presId="urn:microsoft.com/office/officeart/2005/8/layout/process3"/>
    <dgm:cxn modelId="{0DC76A32-1EB8-44DE-84EF-86E4E75A2278}" type="presParOf" srcId="{D3371154-DC26-4315-B850-31A900B65559}" destId="{1F6F51DD-990F-416C-BF3A-60A847624304}" srcOrd="0" destOrd="0" presId="urn:microsoft.com/office/officeart/2005/8/layout/process3"/>
    <dgm:cxn modelId="{5ED4ADC5-E754-4D6E-8E5E-3CE43436CB9A}" type="presParOf" srcId="{972BBA78-CFB7-47CB-9FBD-70A79FE65E57}" destId="{37EEE857-AA56-4094-B9CD-23128B09C7D1}" srcOrd="2" destOrd="0" presId="urn:microsoft.com/office/officeart/2005/8/layout/process3"/>
    <dgm:cxn modelId="{D1C5B560-6F88-4400-A83A-3EE9CAD51C88}" type="presParOf" srcId="{37EEE857-AA56-4094-B9CD-23128B09C7D1}" destId="{9AB00427-CC59-4EE5-BCB8-0E7D808007D1}" srcOrd="0" destOrd="0" presId="urn:microsoft.com/office/officeart/2005/8/layout/process3"/>
    <dgm:cxn modelId="{94E03F11-4730-4965-AFC6-EBC30A45CCC1}" type="presParOf" srcId="{37EEE857-AA56-4094-B9CD-23128B09C7D1}" destId="{42207D40-C646-4D08-9BA7-9D8327A340A8}" srcOrd="1" destOrd="0" presId="urn:microsoft.com/office/officeart/2005/8/layout/process3"/>
    <dgm:cxn modelId="{2C387C64-DD80-46DC-927C-B6DA319A31FF}" type="presParOf" srcId="{37EEE857-AA56-4094-B9CD-23128B09C7D1}" destId="{58B00AEE-FE6D-4A50-A106-C5EFCDE5CD2F}" srcOrd="2" destOrd="0" presId="urn:microsoft.com/office/officeart/2005/8/layout/process3"/>
    <dgm:cxn modelId="{4356568B-162C-4389-A41B-6FFEA393EA0E}" type="presParOf" srcId="{972BBA78-CFB7-47CB-9FBD-70A79FE65E57}" destId="{132B5ADC-6D14-465C-AE73-BC25A196AD9A}" srcOrd="3" destOrd="0" presId="urn:microsoft.com/office/officeart/2005/8/layout/process3"/>
    <dgm:cxn modelId="{830475F2-43BE-4BCF-966D-734FE599B4B7}" type="presParOf" srcId="{132B5ADC-6D14-465C-AE73-BC25A196AD9A}" destId="{B05791B1-C4F6-41A7-9E30-509A00F92A72}" srcOrd="0" destOrd="0" presId="urn:microsoft.com/office/officeart/2005/8/layout/process3"/>
    <dgm:cxn modelId="{530F2C54-59BF-4E7D-856D-3571AE652EA5}" type="presParOf" srcId="{972BBA78-CFB7-47CB-9FBD-70A79FE65E57}" destId="{C3DF5ED5-D632-4D0B-9DAF-965428967ADD}" srcOrd="4" destOrd="0" presId="urn:microsoft.com/office/officeart/2005/8/layout/process3"/>
    <dgm:cxn modelId="{F404CF3B-8B55-43AA-9B00-C970D1FC8EB6}" type="presParOf" srcId="{C3DF5ED5-D632-4D0B-9DAF-965428967ADD}" destId="{CA90CCD5-D261-4378-BC18-CEFFD0699C02}" srcOrd="0" destOrd="0" presId="urn:microsoft.com/office/officeart/2005/8/layout/process3"/>
    <dgm:cxn modelId="{17190CDC-8C9E-49F8-8A6A-B00024992039}" type="presParOf" srcId="{C3DF5ED5-D632-4D0B-9DAF-965428967ADD}" destId="{6286F257-42BB-4560-9A75-F35E14EAAAE7}" srcOrd="1" destOrd="0" presId="urn:microsoft.com/office/officeart/2005/8/layout/process3"/>
    <dgm:cxn modelId="{6EBFEC72-B164-41B5-9954-AC6F570C1D29}" type="presParOf" srcId="{C3DF5ED5-D632-4D0B-9DAF-965428967ADD}" destId="{7F8608F9-BDE1-4BE8-B9B4-C2B4A3AF15CB}" srcOrd="2" destOrd="0" presId="urn:microsoft.com/office/officeart/2005/8/layout/process3"/>
    <dgm:cxn modelId="{9F2DA163-83AC-46B1-BD7C-4D62BE8F1E84}" type="presParOf" srcId="{972BBA78-CFB7-47CB-9FBD-70A79FE65E57}" destId="{37075014-2256-4878-9A56-D1A2BEFA5BF2}" srcOrd="5" destOrd="0" presId="urn:microsoft.com/office/officeart/2005/8/layout/process3"/>
    <dgm:cxn modelId="{4808B06A-1080-4751-BC5D-E8917BA2C3A8}" type="presParOf" srcId="{37075014-2256-4878-9A56-D1A2BEFA5BF2}" destId="{63B42254-2D4A-4CEE-86A7-5BE61FFC4FD7}" srcOrd="0" destOrd="0" presId="urn:microsoft.com/office/officeart/2005/8/layout/process3"/>
    <dgm:cxn modelId="{41B4DA2F-B67B-4D48-90EB-80E079793CE5}" type="presParOf" srcId="{972BBA78-CFB7-47CB-9FBD-70A79FE65E57}" destId="{2F5E18CD-5597-4A7B-9E1F-288583654719}" srcOrd="6" destOrd="0" presId="urn:microsoft.com/office/officeart/2005/8/layout/process3"/>
    <dgm:cxn modelId="{0F85912A-DA69-4418-A2DD-13AE53477094}" type="presParOf" srcId="{2F5E18CD-5597-4A7B-9E1F-288583654719}" destId="{A614780D-20E3-4472-A265-7AF20D95E167}" srcOrd="0" destOrd="0" presId="urn:microsoft.com/office/officeart/2005/8/layout/process3"/>
    <dgm:cxn modelId="{34A2EF2A-4FB0-43E0-8277-CFC7947C72E0}" type="presParOf" srcId="{2F5E18CD-5597-4A7B-9E1F-288583654719}" destId="{C8AF396E-4AB4-4BC6-A5EA-F6AD54AD6C57}" srcOrd="1" destOrd="0" presId="urn:microsoft.com/office/officeart/2005/8/layout/process3"/>
    <dgm:cxn modelId="{34DCF1CC-F8AB-4FDC-829C-F4899527A2E5}" type="presParOf" srcId="{2F5E18CD-5597-4A7B-9E1F-288583654719}" destId="{7BFDB50B-C12F-4BC5-A0F7-2628E2336A6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D7C842-6393-4A3E-90AF-A9631F3CD9D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D6BD16-5056-4310-A9BA-70D73A054A8F}">
      <dgm:prSet/>
      <dgm:spPr/>
      <dgm:t>
        <a:bodyPr/>
        <a:lstStyle/>
        <a:p>
          <a:r>
            <a:rPr lang="en-US" b="1" i="0" baseline="0"/>
            <a:t>Inputs (Business Perspective):</a:t>
          </a:r>
          <a:endParaRPr lang="en-US"/>
        </a:p>
      </dgm:t>
    </dgm:pt>
    <dgm:pt modelId="{A1C1EDB3-7A5F-4623-BAE9-ECF61A197C00}" type="parTrans" cxnId="{2A901CC2-AAC2-484C-86BF-FD47D340E019}">
      <dgm:prSet/>
      <dgm:spPr/>
      <dgm:t>
        <a:bodyPr/>
        <a:lstStyle/>
        <a:p>
          <a:endParaRPr lang="en-US"/>
        </a:p>
      </dgm:t>
    </dgm:pt>
    <dgm:pt modelId="{BE57BD7F-9ED0-42B8-8028-2E3BA835D095}" type="sibTrans" cxnId="{2A901CC2-AAC2-484C-86BF-FD47D340E019}">
      <dgm:prSet/>
      <dgm:spPr/>
      <dgm:t>
        <a:bodyPr/>
        <a:lstStyle/>
        <a:p>
          <a:endParaRPr lang="en-US"/>
        </a:p>
      </dgm:t>
    </dgm:pt>
    <dgm:pt modelId="{EA2A069F-7177-42A2-80CB-DEF4A2FF8C28}">
      <dgm:prSet/>
      <dgm:spPr/>
      <dgm:t>
        <a:bodyPr/>
        <a:lstStyle/>
        <a:p>
          <a:r>
            <a:rPr lang="en-US" dirty="0"/>
            <a:t>Bulk list of merchants (customer provided)</a:t>
          </a:r>
        </a:p>
      </dgm:t>
    </dgm:pt>
    <dgm:pt modelId="{19445132-7041-4A56-A465-66921A96A0B8}" type="parTrans" cxnId="{7CA16803-C514-49A3-BE67-D48555F59035}">
      <dgm:prSet/>
      <dgm:spPr/>
      <dgm:t>
        <a:bodyPr/>
        <a:lstStyle/>
        <a:p>
          <a:endParaRPr lang="en-US"/>
        </a:p>
      </dgm:t>
    </dgm:pt>
    <dgm:pt modelId="{BA20BC66-249E-4F12-AC4F-673BCFCB08BE}" type="sibTrans" cxnId="{7CA16803-C514-49A3-BE67-D48555F59035}">
      <dgm:prSet/>
      <dgm:spPr/>
      <dgm:t>
        <a:bodyPr/>
        <a:lstStyle/>
        <a:p>
          <a:endParaRPr lang="en-US"/>
        </a:p>
      </dgm:t>
    </dgm:pt>
    <dgm:pt modelId="{F74869C5-C6B0-4A3E-A0D8-9FBFBDCBCCB1}">
      <dgm:prSet/>
      <dgm:spPr/>
      <dgm:t>
        <a:bodyPr/>
        <a:lstStyle/>
        <a:p>
          <a:r>
            <a:rPr lang="en-US" b="1" i="0" baseline="0"/>
            <a:t>Outputs (Business Perspective):</a:t>
          </a:r>
          <a:endParaRPr lang="en-US"/>
        </a:p>
      </dgm:t>
    </dgm:pt>
    <dgm:pt modelId="{326C94E3-CF15-4086-92C1-2294E898495E}" type="parTrans" cxnId="{8AD83F77-9B28-4643-AD37-BCC7A615B601}">
      <dgm:prSet/>
      <dgm:spPr/>
      <dgm:t>
        <a:bodyPr/>
        <a:lstStyle/>
        <a:p>
          <a:endParaRPr lang="en-US"/>
        </a:p>
      </dgm:t>
    </dgm:pt>
    <dgm:pt modelId="{8971E369-B831-472C-86AD-FCBC87BA3EB9}" type="sibTrans" cxnId="{8AD83F77-9B28-4643-AD37-BCC7A615B601}">
      <dgm:prSet/>
      <dgm:spPr/>
      <dgm:t>
        <a:bodyPr/>
        <a:lstStyle/>
        <a:p>
          <a:endParaRPr lang="en-US"/>
        </a:p>
      </dgm:t>
    </dgm:pt>
    <dgm:pt modelId="{C5FAB828-1B92-4075-A997-30BBF6ABC95A}">
      <dgm:prSet/>
      <dgm:spPr/>
      <dgm:t>
        <a:bodyPr/>
        <a:lstStyle/>
        <a:p>
          <a:r>
            <a:rPr lang="en-US"/>
            <a:t>Categorized list of merchants (AI processed)</a:t>
          </a:r>
        </a:p>
      </dgm:t>
    </dgm:pt>
    <dgm:pt modelId="{35D8AC16-0FFB-4188-BB19-35437482719F}" type="parTrans" cxnId="{156DAF27-27F4-475B-96FC-74D36B2A39E6}">
      <dgm:prSet/>
      <dgm:spPr/>
      <dgm:t>
        <a:bodyPr/>
        <a:lstStyle/>
        <a:p>
          <a:endParaRPr lang="en-US"/>
        </a:p>
      </dgm:t>
    </dgm:pt>
    <dgm:pt modelId="{95DFF770-72E0-4FB0-9DF5-61545960FAB6}" type="sibTrans" cxnId="{156DAF27-27F4-475B-96FC-74D36B2A39E6}">
      <dgm:prSet/>
      <dgm:spPr/>
      <dgm:t>
        <a:bodyPr/>
        <a:lstStyle/>
        <a:p>
          <a:endParaRPr lang="en-US"/>
        </a:p>
      </dgm:t>
    </dgm:pt>
    <dgm:pt modelId="{68B497D2-F310-4604-93AC-ECB42F6A1CB0}">
      <dgm:prSet/>
      <dgm:spPr/>
      <dgm:t>
        <a:bodyPr/>
        <a:lstStyle/>
        <a:p>
          <a:r>
            <a:rPr lang="en-US"/>
            <a:t>Updated classifications if modified</a:t>
          </a:r>
        </a:p>
      </dgm:t>
    </dgm:pt>
    <dgm:pt modelId="{5670209C-46EC-42B8-8CD1-E292D7E1CBBE}" type="parTrans" cxnId="{E2D40453-60EB-43A3-A4C4-7CD97F456783}">
      <dgm:prSet/>
      <dgm:spPr/>
      <dgm:t>
        <a:bodyPr/>
        <a:lstStyle/>
        <a:p>
          <a:endParaRPr lang="en-US"/>
        </a:p>
      </dgm:t>
    </dgm:pt>
    <dgm:pt modelId="{6B422F6B-D7E9-44DB-ACAA-EF6D04BE9E74}" type="sibTrans" cxnId="{E2D40453-60EB-43A3-A4C4-7CD97F456783}">
      <dgm:prSet/>
      <dgm:spPr/>
      <dgm:t>
        <a:bodyPr/>
        <a:lstStyle/>
        <a:p>
          <a:endParaRPr lang="en-US"/>
        </a:p>
      </dgm:t>
    </dgm:pt>
    <dgm:pt modelId="{7E2C6750-1A61-4C6C-9448-18DCF34C1059}" type="pres">
      <dgm:prSet presAssocID="{FED7C842-6393-4A3E-90AF-A9631F3CD9DA}" presName="linear" presStyleCnt="0">
        <dgm:presLayoutVars>
          <dgm:animLvl val="lvl"/>
          <dgm:resizeHandles val="exact"/>
        </dgm:presLayoutVars>
      </dgm:prSet>
      <dgm:spPr/>
    </dgm:pt>
    <dgm:pt modelId="{EB9EA284-E241-4775-B883-E9E47ACDCE85}" type="pres">
      <dgm:prSet presAssocID="{9AD6BD16-5056-4310-A9BA-70D73A054A8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9354EEF-ACEA-470C-B062-4D555A8857E2}" type="pres">
      <dgm:prSet presAssocID="{9AD6BD16-5056-4310-A9BA-70D73A054A8F}" presName="childText" presStyleLbl="revTx" presStyleIdx="0" presStyleCnt="2">
        <dgm:presLayoutVars>
          <dgm:bulletEnabled val="1"/>
        </dgm:presLayoutVars>
      </dgm:prSet>
      <dgm:spPr/>
    </dgm:pt>
    <dgm:pt modelId="{460DDFA5-B78A-481B-8CCB-2031E8F5112E}" type="pres">
      <dgm:prSet presAssocID="{F74869C5-C6B0-4A3E-A0D8-9FBFBDCBCCB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0137C97-8EBE-4EE4-8944-231D45FD7A85}" type="pres">
      <dgm:prSet presAssocID="{F74869C5-C6B0-4A3E-A0D8-9FBFBDCBCCB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CA16803-C514-49A3-BE67-D48555F59035}" srcId="{9AD6BD16-5056-4310-A9BA-70D73A054A8F}" destId="{EA2A069F-7177-42A2-80CB-DEF4A2FF8C28}" srcOrd="0" destOrd="0" parTransId="{19445132-7041-4A56-A465-66921A96A0B8}" sibTransId="{BA20BC66-249E-4F12-AC4F-673BCFCB08BE}"/>
    <dgm:cxn modelId="{FD3D6C18-A5F6-4263-90E1-A462773E93BD}" type="presOf" srcId="{FED7C842-6393-4A3E-90AF-A9631F3CD9DA}" destId="{7E2C6750-1A61-4C6C-9448-18DCF34C1059}" srcOrd="0" destOrd="0" presId="urn:microsoft.com/office/officeart/2005/8/layout/vList2"/>
    <dgm:cxn modelId="{156DAF27-27F4-475B-96FC-74D36B2A39E6}" srcId="{F74869C5-C6B0-4A3E-A0D8-9FBFBDCBCCB1}" destId="{C5FAB828-1B92-4075-A997-30BBF6ABC95A}" srcOrd="0" destOrd="0" parTransId="{35D8AC16-0FFB-4188-BB19-35437482719F}" sibTransId="{95DFF770-72E0-4FB0-9DF5-61545960FAB6}"/>
    <dgm:cxn modelId="{D979FD64-8A39-451E-8E8C-F3FD004B64D1}" type="presOf" srcId="{68B497D2-F310-4604-93AC-ECB42F6A1CB0}" destId="{F0137C97-8EBE-4EE4-8944-231D45FD7A85}" srcOrd="0" destOrd="1" presId="urn:microsoft.com/office/officeart/2005/8/layout/vList2"/>
    <dgm:cxn modelId="{E2D40453-60EB-43A3-A4C4-7CD97F456783}" srcId="{F74869C5-C6B0-4A3E-A0D8-9FBFBDCBCCB1}" destId="{68B497D2-F310-4604-93AC-ECB42F6A1CB0}" srcOrd="1" destOrd="0" parTransId="{5670209C-46EC-42B8-8CD1-E292D7E1CBBE}" sibTransId="{6B422F6B-D7E9-44DB-ACAA-EF6D04BE9E74}"/>
    <dgm:cxn modelId="{8AD83F77-9B28-4643-AD37-BCC7A615B601}" srcId="{FED7C842-6393-4A3E-90AF-A9631F3CD9DA}" destId="{F74869C5-C6B0-4A3E-A0D8-9FBFBDCBCCB1}" srcOrd="1" destOrd="0" parTransId="{326C94E3-CF15-4086-92C1-2294E898495E}" sibTransId="{8971E369-B831-472C-86AD-FCBC87BA3EB9}"/>
    <dgm:cxn modelId="{5867CD8C-6062-493A-B559-E038C133FCFD}" type="presOf" srcId="{9AD6BD16-5056-4310-A9BA-70D73A054A8F}" destId="{EB9EA284-E241-4775-B883-E9E47ACDCE85}" srcOrd="0" destOrd="0" presId="urn:microsoft.com/office/officeart/2005/8/layout/vList2"/>
    <dgm:cxn modelId="{EB3476AF-C93C-427C-B586-3871FEF9AE8C}" type="presOf" srcId="{C5FAB828-1B92-4075-A997-30BBF6ABC95A}" destId="{F0137C97-8EBE-4EE4-8944-231D45FD7A85}" srcOrd="0" destOrd="0" presId="urn:microsoft.com/office/officeart/2005/8/layout/vList2"/>
    <dgm:cxn modelId="{2A901CC2-AAC2-484C-86BF-FD47D340E019}" srcId="{FED7C842-6393-4A3E-90AF-A9631F3CD9DA}" destId="{9AD6BD16-5056-4310-A9BA-70D73A054A8F}" srcOrd="0" destOrd="0" parTransId="{A1C1EDB3-7A5F-4623-BAE9-ECF61A197C00}" sibTransId="{BE57BD7F-9ED0-42B8-8028-2E3BA835D095}"/>
    <dgm:cxn modelId="{42E0D6D3-7579-4E92-AF49-95F5E9D92718}" type="presOf" srcId="{F74869C5-C6B0-4A3E-A0D8-9FBFBDCBCCB1}" destId="{460DDFA5-B78A-481B-8CCB-2031E8F5112E}" srcOrd="0" destOrd="0" presId="urn:microsoft.com/office/officeart/2005/8/layout/vList2"/>
    <dgm:cxn modelId="{CC39D5F6-736A-4796-BA1D-0EC6EAC97348}" type="presOf" srcId="{EA2A069F-7177-42A2-80CB-DEF4A2FF8C28}" destId="{E9354EEF-ACEA-470C-B062-4D555A8857E2}" srcOrd="0" destOrd="0" presId="urn:microsoft.com/office/officeart/2005/8/layout/vList2"/>
    <dgm:cxn modelId="{DF38620E-C676-48D0-A371-B22A5F84B7B0}" type="presParOf" srcId="{7E2C6750-1A61-4C6C-9448-18DCF34C1059}" destId="{EB9EA284-E241-4775-B883-E9E47ACDCE85}" srcOrd="0" destOrd="0" presId="urn:microsoft.com/office/officeart/2005/8/layout/vList2"/>
    <dgm:cxn modelId="{11D6D97E-E235-4131-B407-F0635ADC8C3C}" type="presParOf" srcId="{7E2C6750-1A61-4C6C-9448-18DCF34C1059}" destId="{E9354EEF-ACEA-470C-B062-4D555A8857E2}" srcOrd="1" destOrd="0" presId="urn:microsoft.com/office/officeart/2005/8/layout/vList2"/>
    <dgm:cxn modelId="{07C4FEEF-4C42-4297-B4B5-6804B7C433FE}" type="presParOf" srcId="{7E2C6750-1A61-4C6C-9448-18DCF34C1059}" destId="{460DDFA5-B78A-481B-8CCB-2031E8F5112E}" srcOrd="2" destOrd="0" presId="urn:microsoft.com/office/officeart/2005/8/layout/vList2"/>
    <dgm:cxn modelId="{788A74AD-65DF-4CE2-9C3D-970336C9509D}" type="presParOf" srcId="{7E2C6750-1A61-4C6C-9448-18DCF34C1059}" destId="{F0137C97-8EBE-4EE4-8944-231D45FD7A8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DC793-7681-4041-BC16-4DAF063B4A89}">
      <dsp:nvSpPr>
        <dsp:cNvPr id="0" name=""/>
        <dsp:cNvSpPr/>
      </dsp:nvSpPr>
      <dsp:spPr>
        <a:xfrm>
          <a:off x="0" y="137879"/>
          <a:ext cx="12028678" cy="38376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What is the API Marketplace?</a:t>
          </a:r>
          <a:endParaRPr lang="en-US" sz="1600" kern="1200"/>
        </a:p>
      </dsp:txBody>
      <dsp:txXfrm>
        <a:off x="18734" y="156613"/>
        <a:ext cx="11991210" cy="346292"/>
      </dsp:txXfrm>
    </dsp:sp>
    <dsp:sp modelId="{1D92FE9B-9464-45A2-AA8B-5ADB638F6D2E}">
      <dsp:nvSpPr>
        <dsp:cNvPr id="0" name=""/>
        <dsp:cNvSpPr/>
      </dsp:nvSpPr>
      <dsp:spPr>
        <a:xfrm>
          <a:off x="0" y="521639"/>
          <a:ext cx="12028678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911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A centralized platform that exposes APIs from ARG subsidiaries in a unified, secure, and standardized way</a:t>
          </a:r>
        </a:p>
      </dsp:txBody>
      <dsp:txXfrm>
        <a:off x="0" y="521639"/>
        <a:ext cx="12028678" cy="264960"/>
      </dsp:txXfrm>
    </dsp:sp>
    <dsp:sp modelId="{C9A24E85-8D45-461B-8E92-D9EA0D7C68AA}">
      <dsp:nvSpPr>
        <dsp:cNvPr id="0" name=""/>
        <dsp:cNvSpPr/>
      </dsp:nvSpPr>
      <dsp:spPr>
        <a:xfrm>
          <a:off x="0" y="786599"/>
          <a:ext cx="12028678" cy="383760"/>
        </a:xfrm>
        <a:prstGeom prst="roundRect">
          <a:avLst/>
        </a:prstGeom>
        <a:solidFill>
          <a:schemeClr val="accent1">
            <a:shade val="80000"/>
            <a:hueOff val="61249"/>
            <a:satOff val="-878"/>
            <a:lumOff val="51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What is Bulk Categorization?</a:t>
          </a:r>
          <a:endParaRPr lang="en-US" sz="1600" kern="1200" dirty="0"/>
        </a:p>
      </dsp:txBody>
      <dsp:txXfrm>
        <a:off x="18734" y="805333"/>
        <a:ext cx="11991210" cy="346292"/>
      </dsp:txXfrm>
    </dsp:sp>
    <dsp:sp modelId="{3F2D6035-C07B-4777-A268-91C0D7596B40}">
      <dsp:nvSpPr>
        <dsp:cNvPr id="0" name=""/>
        <dsp:cNvSpPr/>
      </dsp:nvSpPr>
      <dsp:spPr>
        <a:xfrm>
          <a:off x="0" y="1170359"/>
          <a:ext cx="12028678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911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An AI-powered service that classifies a bulk list of merchants into predefined business categories.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Customers can review, confirm, and modify classifications when required.</a:t>
          </a:r>
        </a:p>
      </dsp:txBody>
      <dsp:txXfrm>
        <a:off x="0" y="1170359"/>
        <a:ext cx="12028678" cy="414000"/>
      </dsp:txXfrm>
    </dsp:sp>
    <dsp:sp modelId="{A513E433-8EAD-40CC-A9EE-2675A2CB24A2}">
      <dsp:nvSpPr>
        <dsp:cNvPr id="0" name=""/>
        <dsp:cNvSpPr/>
      </dsp:nvSpPr>
      <dsp:spPr>
        <a:xfrm>
          <a:off x="0" y="1584359"/>
          <a:ext cx="12028678" cy="383760"/>
        </a:xfrm>
        <a:prstGeom prst="roundRect">
          <a:avLst/>
        </a:prstGeom>
        <a:solidFill>
          <a:schemeClr val="accent1">
            <a:shade val="80000"/>
            <a:hueOff val="122498"/>
            <a:satOff val="-1757"/>
            <a:lumOff val="102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What Bulk Categorization Does:</a:t>
          </a:r>
          <a:endParaRPr lang="en-US" sz="1600" kern="1200"/>
        </a:p>
      </dsp:txBody>
      <dsp:txXfrm>
        <a:off x="18734" y="1603093"/>
        <a:ext cx="11991210" cy="346292"/>
      </dsp:txXfrm>
    </dsp:sp>
    <dsp:sp modelId="{CE7D8381-4B58-44F3-9BCF-AA61281CFF2C}">
      <dsp:nvSpPr>
        <dsp:cNvPr id="0" name=""/>
        <dsp:cNvSpPr/>
      </dsp:nvSpPr>
      <dsp:spPr>
        <a:xfrm>
          <a:off x="0" y="1968119"/>
          <a:ext cx="12028678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911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Automatically classifies merchants using AI.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Allows customers to update or adjust results if needed.</a:t>
          </a:r>
        </a:p>
      </dsp:txBody>
      <dsp:txXfrm>
        <a:off x="0" y="1968119"/>
        <a:ext cx="12028678" cy="414000"/>
      </dsp:txXfrm>
    </dsp:sp>
    <dsp:sp modelId="{E457C6C6-7AE0-4B85-9F57-36E542B90B77}">
      <dsp:nvSpPr>
        <dsp:cNvPr id="0" name=""/>
        <dsp:cNvSpPr/>
      </dsp:nvSpPr>
      <dsp:spPr>
        <a:xfrm>
          <a:off x="0" y="2382119"/>
          <a:ext cx="12028678" cy="383760"/>
        </a:xfrm>
        <a:prstGeom prst="roundRect">
          <a:avLst/>
        </a:prstGeom>
        <a:solidFill>
          <a:schemeClr val="accent1">
            <a:shade val="80000"/>
            <a:hueOff val="183747"/>
            <a:satOff val="-2635"/>
            <a:lumOff val="153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How It Will Be Used (B2B Context):</a:t>
          </a:r>
          <a:endParaRPr lang="en-US" sz="1600" kern="1200"/>
        </a:p>
      </dsp:txBody>
      <dsp:txXfrm>
        <a:off x="18734" y="2400853"/>
        <a:ext cx="11991210" cy="346292"/>
      </dsp:txXfrm>
    </dsp:sp>
    <dsp:sp modelId="{A8E36D7E-CC89-4BCD-AE0F-4A65F4246C7E}">
      <dsp:nvSpPr>
        <dsp:cNvPr id="0" name=""/>
        <dsp:cNvSpPr/>
      </dsp:nvSpPr>
      <dsp:spPr>
        <a:xfrm>
          <a:off x="0" y="2765880"/>
          <a:ext cx="12028678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911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Subsidiaries integrate with the API Marketplace to offer this service via digital channels.</a:t>
          </a:r>
        </a:p>
      </dsp:txBody>
      <dsp:txXfrm>
        <a:off x="0" y="2765880"/>
        <a:ext cx="12028678" cy="264960"/>
      </dsp:txXfrm>
    </dsp:sp>
    <dsp:sp modelId="{4587EEFA-D4F4-4088-A30C-558AF120BD16}">
      <dsp:nvSpPr>
        <dsp:cNvPr id="0" name=""/>
        <dsp:cNvSpPr/>
      </dsp:nvSpPr>
      <dsp:spPr>
        <a:xfrm>
          <a:off x="0" y="3030840"/>
          <a:ext cx="12028678" cy="383760"/>
        </a:xfrm>
        <a:prstGeom prst="roundRect">
          <a:avLst/>
        </a:prstGeom>
        <a:solidFill>
          <a:schemeClr val="accent1">
            <a:shade val="80000"/>
            <a:hueOff val="244997"/>
            <a:satOff val="-3514"/>
            <a:lumOff val="204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Advantages (Business View):</a:t>
          </a:r>
          <a:endParaRPr lang="en-US" sz="1600" kern="1200"/>
        </a:p>
      </dsp:txBody>
      <dsp:txXfrm>
        <a:off x="18734" y="3049574"/>
        <a:ext cx="11991210" cy="346292"/>
      </dsp:txXfrm>
    </dsp:sp>
    <dsp:sp modelId="{3E1E643E-0EE4-4769-8390-D62C0D75A454}">
      <dsp:nvSpPr>
        <dsp:cNvPr id="0" name=""/>
        <dsp:cNvSpPr/>
      </dsp:nvSpPr>
      <dsp:spPr>
        <a:xfrm>
          <a:off x="0" y="3414600"/>
          <a:ext cx="12028678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911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Provides accurate classification without building a new AI solution.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Supports bulk processing to save time and effort.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Standardized and secure access through API Marketplace.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Faster time-to-market and centralized monitoring.</a:t>
          </a:r>
        </a:p>
      </dsp:txBody>
      <dsp:txXfrm>
        <a:off x="0" y="3414600"/>
        <a:ext cx="12028678" cy="828000"/>
      </dsp:txXfrm>
    </dsp:sp>
    <dsp:sp modelId="{AE9BFFF9-C39D-42D7-967A-CC1C50B50B8F}">
      <dsp:nvSpPr>
        <dsp:cNvPr id="0" name=""/>
        <dsp:cNvSpPr/>
      </dsp:nvSpPr>
      <dsp:spPr>
        <a:xfrm>
          <a:off x="0" y="4242600"/>
          <a:ext cx="12028678" cy="383760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How It Works (Business Flow):</a:t>
          </a:r>
          <a:endParaRPr lang="en-US" sz="1600" kern="1200"/>
        </a:p>
      </dsp:txBody>
      <dsp:txXfrm>
        <a:off x="18734" y="4261334"/>
        <a:ext cx="11991210" cy="346292"/>
      </dsp:txXfrm>
    </dsp:sp>
    <dsp:sp modelId="{2348BE5D-808F-4361-9920-3BC6D724DA03}">
      <dsp:nvSpPr>
        <dsp:cNvPr id="0" name=""/>
        <dsp:cNvSpPr/>
      </dsp:nvSpPr>
      <dsp:spPr>
        <a:xfrm>
          <a:off x="0" y="4626360"/>
          <a:ext cx="12028678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911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Customer submits bulk merchant details → API Marketplace validates and routes → Categorization Service processes via AI → Results returned to the customer.</a:t>
          </a:r>
        </a:p>
      </dsp:txBody>
      <dsp:txXfrm>
        <a:off x="0" y="4626360"/>
        <a:ext cx="12028678" cy="264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CD205-84E3-4E45-ABA5-25A72119D7C9}">
      <dsp:nvSpPr>
        <dsp:cNvPr id="0" name=""/>
        <dsp:cNvSpPr/>
      </dsp:nvSpPr>
      <dsp:spPr>
        <a:xfrm>
          <a:off x="0" y="18720"/>
          <a:ext cx="11734799" cy="40774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1. Categorization Capabilities</a:t>
          </a:r>
          <a:endParaRPr lang="en-US" sz="1700" kern="1200" dirty="0"/>
        </a:p>
      </dsp:txBody>
      <dsp:txXfrm>
        <a:off x="19904" y="38624"/>
        <a:ext cx="11694991" cy="367937"/>
      </dsp:txXfrm>
    </dsp:sp>
    <dsp:sp modelId="{C5AB94AA-B39F-4E6B-9537-7183FE39DE7B}">
      <dsp:nvSpPr>
        <dsp:cNvPr id="0" name=""/>
        <dsp:cNvSpPr/>
      </dsp:nvSpPr>
      <dsp:spPr>
        <a:xfrm>
          <a:off x="0" y="426465"/>
          <a:ext cx="11734799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Ability to classify a bulk list of merchants in a single request.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Automatic classification into predefined categories using AI.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Support for multiple merchant attributes (name, type, transaction data).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Fast response time (2–5 seconds) even for high volumes.</a:t>
          </a:r>
        </a:p>
      </dsp:txBody>
      <dsp:txXfrm>
        <a:off x="0" y="426465"/>
        <a:ext cx="11734799" cy="897345"/>
      </dsp:txXfrm>
    </dsp:sp>
    <dsp:sp modelId="{BA5F4ABE-7ED4-4D16-884C-B771A717AEC5}">
      <dsp:nvSpPr>
        <dsp:cNvPr id="0" name=""/>
        <dsp:cNvSpPr/>
      </dsp:nvSpPr>
      <dsp:spPr>
        <a:xfrm>
          <a:off x="0" y="1323810"/>
          <a:ext cx="11734799" cy="407745"/>
        </a:xfrm>
        <a:prstGeom prst="roundRect">
          <a:avLst/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2. Review &amp; Update Capabilities</a:t>
          </a:r>
          <a:endParaRPr lang="en-US" sz="1700" kern="1200"/>
        </a:p>
      </dsp:txBody>
      <dsp:txXfrm>
        <a:off x="19904" y="1343714"/>
        <a:ext cx="11694991" cy="367937"/>
      </dsp:txXfrm>
    </dsp:sp>
    <dsp:sp modelId="{F6F900AA-2477-4900-A31D-52B2AA7F34D9}">
      <dsp:nvSpPr>
        <dsp:cNvPr id="0" name=""/>
        <dsp:cNvSpPr/>
      </dsp:nvSpPr>
      <dsp:spPr>
        <a:xfrm>
          <a:off x="0" y="1731555"/>
          <a:ext cx="11734799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Customers can review classification results through the digital channel.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Option to correct or update classifications before confirmation.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Immediate reflection of updates in the system.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Audit trail maintained for transparency and compliance.</a:t>
          </a:r>
        </a:p>
      </dsp:txBody>
      <dsp:txXfrm>
        <a:off x="0" y="1731555"/>
        <a:ext cx="11734799" cy="897345"/>
      </dsp:txXfrm>
    </dsp:sp>
    <dsp:sp modelId="{CB114314-82BF-470B-A059-77D3F26EAF71}">
      <dsp:nvSpPr>
        <dsp:cNvPr id="0" name=""/>
        <dsp:cNvSpPr/>
      </dsp:nvSpPr>
      <dsp:spPr>
        <a:xfrm>
          <a:off x="0" y="2628900"/>
          <a:ext cx="11734799" cy="407745"/>
        </a:xfrm>
        <a:prstGeom prst="roundRect">
          <a:avLst/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3. Integration &amp; Access</a:t>
          </a:r>
          <a:endParaRPr lang="en-US" sz="1700" kern="1200"/>
        </a:p>
      </dsp:txBody>
      <dsp:txXfrm>
        <a:off x="19904" y="2648804"/>
        <a:ext cx="11694991" cy="367937"/>
      </dsp:txXfrm>
    </dsp:sp>
    <dsp:sp modelId="{6E307A5B-5567-49FB-8118-3E693CAE9348}">
      <dsp:nvSpPr>
        <dsp:cNvPr id="0" name=""/>
        <dsp:cNvSpPr/>
      </dsp:nvSpPr>
      <dsp:spPr>
        <a:xfrm>
          <a:off x="0" y="3036645"/>
          <a:ext cx="11734799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Standardized API exposure through the API Marketplace.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Secure access with OAuth 2.0 authentication and authorization.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Scalable to support growing transaction volumes.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Consistent classification logic across subsidiaries.</a:t>
          </a:r>
        </a:p>
      </dsp:txBody>
      <dsp:txXfrm>
        <a:off x="0" y="3036645"/>
        <a:ext cx="11734799" cy="897345"/>
      </dsp:txXfrm>
    </dsp:sp>
    <dsp:sp modelId="{88BD9F38-4BF5-46E0-9E70-BF3D7C5C263F}">
      <dsp:nvSpPr>
        <dsp:cNvPr id="0" name=""/>
        <dsp:cNvSpPr/>
      </dsp:nvSpPr>
      <dsp:spPr>
        <a:xfrm>
          <a:off x="0" y="3933990"/>
          <a:ext cx="11734799" cy="407745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4. Reporting &amp; Notifications</a:t>
          </a:r>
          <a:endParaRPr lang="en-US" sz="1700" kern="1200"/>
        </a:p>
      </dsp:txBody>
      <dsp:txXfrm>
        <a:off x="19904" y="3953894"/>
        <a:ext cx="11694991" cy="367937"/>
      </dsp:txXfrm>
    </dsp:sp>
    <dsp:sp modelId="{76D616A4-5BB6-4DB1-846D-800346CF69D3}">
      <dsp:nvSpPr>
        <dsp:cNvPr id="0" name=""/>
        <dsp:cNvSpPr/>
      </dsp:nvSpPr>
      <dsp:spPr>
        <a:xfrm>
          <a:off x="0" y="4341735"/>
          <a:ext cx="11734799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Real-time confirmation with unique request reference IDs.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Status tracking for categorization requests (in-progress, completed, failed).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Exportable categorized lists for reporting and analysis.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Centralized notifications and logs for monitoring and audits.</a:t>
          </a:r>
        </a:p>
      </dsp:txBody>
      <dsp:txXfrm>
        <a:off x="0" y="4341735"/>
        <a:ext cx="11734799" cy="8973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E6D28-A4ED-4737-A8BD-1473A6EFC048}">
      <dsp:nvSpPr>
        <dsp:cNvPr id="0" name=""/>
        <dsp:cNvSpPr/>
      </dsp:nvSpPr>
      <dsp:spPr>
        <a:xfrm>
          <a:off x="513330" y="0"/>
          <a:ext cx="1580763" cy="932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Customer</a:t>
          </a:r>
        </a:p>
      </dsp:txBody>
      <dsp:txXfrm>
        <a:off x="513330" y="0"/>
        <a:ext cx="1580763" cy="621586"/>
      </dsp:txXfrm>
    </dsp:sp>
    <dsp:sp modelId="{AAC62C59-E940-40DB-AA9F-AC56C7F8EE40}">
      <dsp:nvSpPr>
        <dsp:cNvPr id="0" name=""/>
        <dsp:cNvSpPr/>
      </dsp:nvSpPr>
      <dsp:spPr>
        <a:xfrm>
          <a:off x="513329" y="775181"/>
          <a:ext cx="1580763" cy="1277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Submit request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Review results</a:t>
          </a:r>
        </a:p>
      </dsp:txBody>
      <dsp:txXfrm>
        <a:off x="550734" y="812586"/>
        <a:ext cx="1505953" cy="1202290"/>
      </dsp:txXfrm>
    </dsp:sp>
    <dsp:sp modelId="{D3371154-DC26-4315-B850-31A900B65559}">
      <dsp:nvSpPr>
        <dsp:cNvPr id="0" name=""/>
        <dsp:cNvSpPr/>
      </dsp:nvSpPr>
      <dsp:spPr>
        <a:xfrm>
          <a:off x="2251876" y="114010"/>
          <a:ext cx="334498" cy="393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251876" y="192723"/>
        <a:ext cx="234149" cy="236138"/>
      </dsp:txXfrm>
    </dsp:sp>
    <dsp:sp modelId="{42207D40-C646-4D08-9BA7-9D8327A340A8}">
      <dsp:nvSpPr>
        <dsp:cNvPr id="0" name=""/>
        <dsp:cNvSpPr/>
      </dsp:nvSpPr>
      <dsp:spPr>
        <a:xfrm>
          <a:off x="2725223" y="0"/>
          <a:ext cx="1580763" cy="932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Consumer</a:t>
          </a:r>
        </a:p>
      </dsp:txBody>
      <dsp:txXfrm>
        <a:off x="2725223" y="0"/>
        <a:ext cx="1580763" cy="621586"/>
      </dsp:txXfrm>
    </dsp:sp>
    <dsp:sp modelId="{58B00AEE-FE6D-4A50-A106-C5EFCDE5CD2F}">
      <dsp:nvSpPr>
        <dsp:cNvPr id="0" name=""/>
        <dsp:cNvSpPr/>
      </dsp:nvSpPr>
      <dsp:spPr>
        <a:xfrm>
          <a:off x="3048994" y="775181"/>
          <a:ext cx="1580763" cy="1277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Forward request.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/>
            <a:t>Show Results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600" kern="1200" dirty="0"/>
        </a:p>
      </dsp:txBody>
      <dsp:txXfrm>
        <a:off x="3086399" y="812586"/>
        <a:ext cx="1505953" cy="1202290"/>
      </dsp:txXfrm>
    </dsp:sp>
    <dsp:sp modelId="{132B5ADC-6D14-465C-AE73-BC25A196AD9A}">
      <dsp:nvSpPr>
        <dsp:cNvPr id="0" name=""/>
        <dsp:cNvSpPr/>
      </dsp:nvSpPr>
      <dsp:spPr>
        <a:xfrm>
          <a:off x="4545625" y="114010"/>
          <a:ext cx="508032" cy="393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545625" y="192723"/>
        <a:ext cx="389963" cy="236138"/>
      </dsp:txXfrm>
    </dsp:sp>
    <dsp:sp modelId="{6286F257-42BB-4560-9A75-F35E14EAAAE7}">
      <dsp:nvSpPr>
        <dsp:cNvPr id="0" name=""/>
        <dsp:cNvSpPr/>
      </dsp:nvSpPr>
      <dsp:spPr>
        <a:xfrm>
          <a:off x="5264539" y="0"/>
          <a:ext cx="1580763" cy="932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API Marketplace </a:t>
          </a:r>
        </a:p>
      </dsp:txBody>
      <dsp:txXfrm>
        <a:off x="5264539" y="0"/>
        <a:ext cx="1580763" cy="621586"/>
      </dsp:txXfrm>
    </dsp:sp>
    <dsp:sp modelId="{7F8608F9-BDE1-4BE8-B9B4-C2B4A3AF15CB}">
      <dsp:nvSpPr>
        <dsp:cNvPr id="0" name=""/>
        <dsp:cNvSpPr/>
      </dsp:nvSpPr>
      <dsp:spPr>
        <a:xfrm>
          <a:off x="5588310" y="775181"/>
          <a:ext cx="1580763" cy="1277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en-US" altLang="en-US" sz="1600" b="0" i="0" u="none" strike="noStrike" kern="1200" cap="none" normalizeH="0" baseline="0">
              <a:ln/>
              <a:effectLst/>
              <a:latin typeface="Arial" panose="020B0604020202020204" pitchFamily="34" charset="0"/>
            </a:rPr>
            <a:t>Validate &amp; secure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600" b="0" i="0" u="none" strike="noStrike" kern="1200" cap="none" normalizeH="0" baseline="0">
              <a:ln/>
              <a:effectLst/>
              <a:latin typeface="Arial" panose="020B0604020202020204" pitchFamily="34" charset="0"/>
            </a:rPr>
            <a:t>Route to Provider</a:t>
          </a:r>
          <a:endParaRPr kumimoji="0" lang="en-US" altLang="en-US" sz="1600" b="0" i="0" u="none" strike="noStrike" kern="1200" cap="none" normalizeH="0" baseline="0" dirty="0">
            <a:ln/>
            <a:effectLst/>
            <a:latin typeface="Arial" panose="020B0604020202020204" pitchFamily="34" charset="0"/>
          </a:endParaRPr>
        </a:p>
      </dsp:txBody>
      <dsp:txXfrm>
        <a:off x="5625715" y="812586"/>
        <a:ext cx="1505953" cy="1202290"/>
      </dsp:txXfrm>
    </dsp:sp>
    <dsp:sp modelId="{37075014-2256-4878-9A56-D1A2BEFA5BF2}">
      <dsp:nvSpPr>
        <dsp:cNvPr id="0" name=""/>
        <dsp:cNvSpPr/>
      </dsp:nvSpPr>
      <dsp:spPr>
        <a:xfrm>
          <a:off x="7084941" y="114010"/>
          <a:ext cx="508032" cy="393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600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7084941" y="192723"/>
        <a:ext cx="389963" cy="236138"/>
      </dsp:txXfrm>
    </dsp:sp>
    <dsp:sp modelId="{C8AF396E-4AB4-4BC6-A5EA-F6AD54AD6C57}">
      <dsp:nvSpPr>
        <dsp:cNvPr id="0" name=""/>
        <dsp:cNvSpPr/>
      </dsp:nvSpPr>
      <dsp:spPr>
        <a:xfrm>
          <a:off x="7803856" y="0"/>
          <a:ext cx="1580763" cy="9323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Provider </a:t>
          </a:r>
        </a:p>
      </dsp:txBody>
      <dsp:txXfrm>
        <a:off x="7803856" y="0"/>
        <a:ext cx="1580763" cy="621586"/>
      </dsp:txXfrm>
    </dsp:sp>
    <dsp:sp modelId="{7BFDB50B-C12F-4BC5-A0F7-2628E2336A6E}">
      <dsp:nvSpPr>
        <dsp:cNvPr id="0" name=""/>
        <dsp:cNvSpPr/>
      </dsp:nvSpPr>
      <dsp:spPr>
        <a:xfrm>
          <a:off x="7944236" y="775181"/>
          <a:ext cx="1580763" cy="1277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Process merchants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Return results</a:t>
          </a:r>
        </a:p>
      </dsp:txBody>
      <dsp:txXfrm>
        <a:off x="7981641" y="812586"/>
        <a:ext cx="1505953" cy="12022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EA284-E241-4775-B883-E9E47ACDCE85}">
      <dsp:nvSpPr>
        <dsp:cNvPr id="0" name=""/>
        <dsp:cNvSpPr/>
      </dsp:nvSpPr>
      <dsp:spPr>
        <a:xfrm>
          <a:off x="0" y="9043"/>
          <a:ext cx="10939526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Inputs (Business Perspective):</a:t>
          </a:r>
          <a:endParaRPr lang="en-US" sz="2600" kern="1200"/>
        </a:p>
      </dsp:txBody>
      <dsp:txXfrm>
        <a:off x="30442" y="39485"/>
        <a:ext cx="10878642" cy="562726"/>
      </dsp:txXfrm>
    </dsp:sp>
    <dsp:sp modelId="{E9354EEF-ACEA-470C-B062-4D555A8857E2}">
      <dsp:nvSpPr>
        <dsp:cNvPr id="0" name=""/>
        <dsp:cNvSpPr/>
      </dsp:nvSpPr>
      <dsp:spPr>
        <a:xfrm>
          <a:off x="0" y="632654"/>
          <a:ext cx="10939526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33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Bulk list of merchants (customer provided)</a:t>
          </a:r>
        </a:p>
      </dsp:txBody>
      <dsp:txXfrm>
        <a:off x="0" y="632654"/>
        <a:ext cx="10939526" cy="430560"/>
      </dsp:txXfrm>
    </dsp:sp>
    <dsp:sp modelId="{460DDFA5-B78A-481B-8CCB-2031E8F5112E}">
      <dsp:nvSpPr>
        <dsp:cNvPr id="0" name=""/>
        <dsp:cNvSpPr/>
      </dsp:nvSpPr>
      <dsp:spPr>
        <a:xfrm>
          <a:off x="0" y="1063214"/>
          <a:ext cx="10939526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Outputs (Business Perspective):</a:t>
          </a:r>
          <a:endParaRPr lang="en-US" sz="2600" kern="1200"/>
        </a:p>
      </dsp:txBody>
      <dsp:txXfrm>
        <a:off x="30442" y="1093656"/>
        <a:ext cx="10878642" cy="562726"/>
      </dsp:txXfrm>
    </dsp:sp>
    <dsp:sp modelId="{F0137C97-8EBE-4EE4-8944-231D45FD7A85}">
      <dsp:nvSpPr>
        <dsp:cNvPr id="0" name=""/>
        <dsp:cNvSpPr/>
      </dsp:nvSpPr>
      <dsp:spPr>
        <a:xfrm>
          <a:off x="0" y="1686824"/>
          <a:ext cx="10939526" cy="69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33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Categorized list of merchants (AI processed)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Updated classifications if modified</a:t>
          </a:r>
        </a:p>
      </dsp:txBody>
      <dsp:txXfrm>
        <a:off x="0" y="1686824"/>
        <a:ext cx="10939526" cy="699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65409-E4E5-45C3-A656-4830E32F61E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F378A-B316-4BD4-92D4-DAD737B09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6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F378A-B316-4BD4-92D4-DAD737B09E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8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3548" y="1835022"/>
            <a:ext cx="6577330" cy="158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532" y="1630816"/>
            <a:ext cx="5142230" cy="148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8190" y="6455613"/>
            <a:ext cx="230378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84979" y="6447028"/>
            <a:ext cx="26225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3A88E-C253-C725-A8FB-38D59CC87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3400" y="650466"/>
            <a:ext cx="5870652" cy="159466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lang="en-US" sz="5400" dirty="0">
                <a:solidFill>
                  <a:srgbClr val="FFFFFF"/>
                </a:solidFill>
              </a:rPr>
              <a:t>Api Marketplace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“Categorization”</a:t>
            </a:r>
            <a:endParaRPr sz="5400" dirty="0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19334"/>
              </p:ext>
            </p:extLst>
          </p:nvPr>
        </p:nvGraphicFramePr>
        <p:xfrm>
          <a:off x="6477000" y="2438400"/>
          <a:ext cx="5097780" cy="221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1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Description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876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2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Terminologies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3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Features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4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Process Workflow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5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Inputs/Outputs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246502"/>
            <a:ext cx="4252595" cy="6335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en-US" sz="4000" dirty="0">
                <a:solidFill>
                  <a:srgbClr val="FFFFFF"/>
                </a:solidFill>
              </a:rPr>
              <a:t>Description</a:t>
            </a:r>
            <a:endParaRPr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Descriptions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1DB378-25D1-9523-C9AC-B8664B7A957C}"/>
              </a:ext>
            </a:extLst>
          </p:cNvPr>
          <p:cNvSpPr txBox="1"/>
          <p:nvPr/>
        </p:nvSpPr>
        <p:spPr>
          <a:xfrm>
            <a:off x="457200" y="990600"/>
            <a:ext cx="1143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EE581C0-F569-A2C5-4C51-A7899102F5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11886"/>
              </p:ext>
            </p:extLst>
          </p:nvPr>
        </p:nvGraphicFramePr>
        <p:xfrm>
          <a:off x="163322" y="838200"/>
          <a:ext cx="1202867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794838"/>
            <a:ext cx="4271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>
                <a:solidFill>
                  <a:srgbClr val="FFFFFF"/>
                </a:solidFill>
              </a:rPr>
              <a:t>Terminologies </a:t>
            </a:r>
            <a:endParaRPr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956" y="260730"/>
            <a:ext cx="10017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21BFF"/>
                </a:solidFill>
                <a:latin typeface="Segoe UI"/>
                <a:cs typeface="Segoe UI"/>
              </a:rPr>
              <a:t>Terminologies- Business Definitions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4979" y="6447028"/>
            <a:ext cx="224154" cy="177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1</a:t>
            </a:r>
            <a:r>
              <a:rPr sz="900" spc="4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7E7E7E"/>
                </a:solidFill>
                <a:latin typeface="Segoe UI"/>
                <a:cs typeface="Segoe UI"/>
              </a:rPr>
              <a:t>9</a:t>
            </a: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endParaRPr sz="900" dirty="0">
              <a:latin typeface="Segoe UI"/>
              <a:cs typeface="Segoe U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2694AB-2BAA-AC1B-E888-3CC486CA6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21664"/>
              </p:ext>
            </p:extLst>
          </p:nvPr>
        </p:nvGraphicFramePr>
        <p:xfrm>
          <a:off x="457200" y="600710"/>
          <a:ext cx="11430000" cy="618333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14626">
                  <a:extLst>
                    <a:ext uri="{9D8B030D-6E8A-4147-A177-3AD203B41FA5}">
                      <a16:colId xmlns:a16="http://schemas.microsoft.com/office/drawing/2014/main" val="795359942"/>
                    </a:ext>
                  </a:extLst>
                </a:gridCol>
                <a:gridCol w="8715374">
                  <a:extLst>
                    <a:ext uri="{9D8B030D-6E8A-4147-A177-3AD203B41FA5}">
                      <a16:colId xmlns:a16="http://schemas.microsoft.com/office/drawing/2014/main" val="3716767133"/>
                    </a:ext>
                  </a:extLst>
                </a:gridCol>
              </a:tblGrid>
              <a:tr h="860315">
                <a:tc>
                  <a:txBody>
                    <a:bodyPr/>
                    <a:lstStyle/>
                    <a:p>
                      <a:r>
                        <a:rPr lang="en-US" dirty="0"/>
                        <a:t>Bulk Categorization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An AI-powered service that classifies multiple merchants into categories based on business type and transaction data.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383261"/>
                  </a:ext>
                </a:extLst>
              </a:tr>
              <a:tr h="860315">
                <a:tc>
                  <a:txBody>
                    <a:bodyPr/>
                    <a:lstStyle/>
                    <a:p>
                      <a:r>
                        <a:rPr lang="en-US" b="1" dirty="0"/>
                        <a:t>API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Validates requests, applies security, and routes them to the Categorization Service.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612774"/>
                  </a:ext>
                </a:extLst>
              </a:tr>
              <a:tr h="1021844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Categorization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Assigning merchants into predefined business categories (e.g., Food &amp; Beverage, Electronics, Retail)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64608"/>
                  </a:ext>
                </a:extLst>
              </a:tr>
              <a:tr h="1228816">
                <a:tc>
                  <a:txBody>
                    <a:bodyPr/>
                    <a:lstStyle/>
                    <a:p>
                      <a:r>
                        <a:rPr lang="en-US" b="1" dirty="0"/>
                        <a:t>Provider (Categorization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Backend categorization engine that processes merchant lists.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86589"/>
                  </a:ext>
                </a:extLst>
              </a:tr>
              <a:tr h="1104070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Consumer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</a:rPr>
                        <a:t>Subsidiary using the service.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093206"/>
                  </a:ext>
                </a:extLst>
              </a:tr>
              <a:tr h="1107970">
                <a:tc>
                  <a:txBody>
                    <a:bodyPr/>
                    <a:lstStyle/>
                    <a:p>
                      <a:r>
                        <a:rPr lang="en-US" b="1" dirty="0"/>
                        <a:t>Customer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End user interacting with the categorization service.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81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7800" y="2211111"/>
            <a:ext cx="7543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bg1"/>
                </a:solidFill>
              </a:rPr>
              <a:t>Key </a:t>
            </a:r>
            <a:r>
              <a:rPr lang="en-US" sz="4000" b="1" dirty="0">
                <a:solidFill>
                  <a:schemeClr val="bg1"/>
                </a:solidFill>
                <a:latin typeface="Segoe UI"/>
                <a:ea typeface="+mj-ea"/>
                <a:cs typeface="Segoe UI"/>
              </a:rPr>
              <a:t>Features</a:t>
            </a:r>
            <a:r>
              <a:rPr lang="en-US" sz="4000" b="1" dirty="0">
                <a:solidFill>
                  <a:schemeClr val="bg1"/>
                </a:solidFill>
              </a:rPr>
              <a:t> – Business Perspective</a:t>
            </a:r>
            <a:endParaRPr sz="40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324A-66D8-62E2-01B8-5729DBB9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76999"/>
          </a:xfrm>
        </p:spPr>
        <p:txBody>
          <a:bodyPr/>
          <a:lstStyle/>
          <a:p>
            <a:r>
              <a:rPr lang="en-US" dirty="0"/>
              <a:t>Key Features 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B0CCB35D-F82F-8477-9E2B-BB757AB9FB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3445983"/>
              </p:ext>
            </p:extLst>
          </p:nvPr>
        </p:nvGraphicFramePr>
        <p:xfrm>
          <a:off x="152400" y="838200"/>
          <a:ext cx="117348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90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1697862"/>
            <a:ext cx="40894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lang="en-US" sz="4000" spc="-10" dirty="0">
                <a:solidFill>
                  <a:srgbClr val="FFFFFF"/>
                </a:solidFill>
              </a:rPr>
              <a:t>Process Workflow</a:t>
            </a:r>
            <a:endParaRPr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ustomer service">
            <a:extLst>
              <a:ext uri="{FF2B5EF4-FFF2-40B4-BE49-F238E27FC236}">
                <a16:creationId xmlns:a16="http://schemas.microsoft.com/office/drawing/2014/main" id="{0E6A1910-A114-6105-D55D-F1F5F88A2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9550"/>
            <a:ext cx="104394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0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F0F2-45FB-1F78-8C28-1CEE2198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76999"/>
          </a:xfrm>
        </p:spPr>
        <p:txBody>
          <a:bodyPr/>
          <a:lstStyle/>
          <a:p>
            <a:r>
              <a:rPr lang="en-US" dirty="0"/>
              <a:t>USECASES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990F218-AF79-DF49-B94B-64E0DE4E19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721783"/>
              </p:ext>
            </p:extLst>
          </p:nvPr>
        </p:nvGraphicFramePr>
        <p:xfrm>
          <a:off x="1752600" y="1981200"/>
          <a:ext cx="95250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6560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49E7-768E-191F-5740-D69650DB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93" y="154367"/>
            <a:ext cx="11113770" cy="2959526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CBB492-D430-A6E8-DDAE-42737B6B7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78240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867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133600"/>
            <a:ext cx="540857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44525" algn="l"/>
              </a:tabLst>
            </a:pPr>
            <a:r>
              <a:rPr lang="en-US" sz="4000" dirty="0">
                <a:solidFill>
                  <a:schemeClr val="bg1"/>
                </a:solidFill>
              </a:rPr>
              <a:t>Inputs &amp; Outputs – Business Keys</a:t>
            </a:r>
            <a:endParaRPr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Purpose: Explain what the client needs to provide and what they will get from the APIs.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</a:t>
            </a:r>
            <a:r>
              <a:rPr spc="40" dirty="0"/>
              <a:t> </a:t>
            </a:r>
            <a:r>
              <a:rPr spc="-50" dirty="0"/>
              <a:t>9</a:t>
            </a:r>
            <a:r>
              <a:rPr dirty="0"/>
              <a:t>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B29B203-28CC-D709-5A5C-6B02F3580332}"/>
              </a:ext>
            </a:extLst>
          </p:cNvPr>
          <p:cNvGraphicFramePr/>
          <p:nvPr/>
        </p:nvGraphicFramePr>
        <p:xfrm>
          <a:off x="316823" y="1219200"/>
          <a:ext cx="10939526" cy="2395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BA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3961</TotalTime>
  <Words>541</Words>
  <Application>Microsoft Office PowerPoint</Application>
  <PresentationFormat>Widescreen</PresentationFormat>
  <Paragraphs>91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Segoe UI</vt:lpstr>
      <vt:lpstr>Office Theme</vt:lpstr>
      <vt:lpstr>Api Marketplace  “Categorization”</vt:lpstr>
      <vt:lpstr>Description</vt:lpstr>
      <vt:lpstr>Descriptions </vt:lpstr>
      <vt:lpstr>Terminologies </vt:lpstr>
      <vt:lpstr>PowerPoint Presentation</vt:lpstr>
      <vt:lpstr>PowerPoint Presentation</vt:lpstr>
      <vt:lpstr>Key Features </vt:lpstr>
      <vt:lpstr>Process Workflow</vt:lpstr>
      <vt:lpstr>PowerPoint Presentation</vt:lpstr>
      <vt:lpstr>USECASES</vt:lpstr>
      <vt:lpstr>PowerPoint Presentation</vt:lpstr>
      <vt:lpstr>Inputs &amp; Outputs – Business Keys</vt:lpstr>
      <vt:lpstr>Purpose: Explain what the client needs to provide and what they will get from the APIs.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Saed B. Basseet</dc:creator>
  <cp:lastModifiedBy>Marwan Ahmed Hafez | Ejada Systems</cp:lastModifiedBy>
  <cp:revision>7</cp:revision>
  <dcterms:created xsi:type="dcterms:W3CDTF">2025-08-14T10:33:30Z</dcterms:created>
  <dcterms:modified xsi:type="dcterms:W3CDTF">2025-09-15T11:23:48Z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2025-08-14T00:00:00Z</vt:filetime>
  </property>
  <property fmtid="{D5CDD505-2E9C-101B-9397-08002B2CF9AE}" pid="5" name="Producer">
    <vt:lpwstr>Microsoft® PowerPoint® 2019</vt:lpwstr>
  </property>
  <property fmtid="{D5CDD505-2E9C-101B-9397-08002B2CF9AE}" pid="6" name="ClassificationContentMarkingFooterLocations">
    <vt:lpwstr>Office Theme:8</vt:lpwstr>
  </property>
  <property fmtid="{D5CDD505-2E9C-101B-9397-08002B2CF9AE}" pid="7" name="ClassificationContentMarkingFooterText">
    <vt:lpwstr>Ejada Internal Use Only</vt:lpwstr>
  </property>
</Properties>
</file>