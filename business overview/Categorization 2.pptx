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0" r:id="rId3"/>
    <p:sldId id="261" r:id="rId4"/>
    <p:sldId id="273" r:id="rId5"/>
    <p:sldId id="274" r:id="rId6"/>
    <p:sldId id="276" r:id="rId7"/>
    <p:sldId id="285" r:id="rId8"/>
    <p:sldId id="279" r:id="rId9"/>
    <p:sldId id="286" r:id="rId10"/>
    <p:sldId id="287" r:id="rId11"/>
    <p:sldId id="282" r:id="rId12"/>
    <p:sldId id="284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37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97A7F0-47A9-40BF-9303-5C126DCB9859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1A478F35-8BAA-45CC-B763-E629630125A6}">
      <dgm:prSet/>
      <dgm:spPr/>
      <dgm:t>
        <a:bodyPr/>
        <a:lstStyle/>
        <a:p>
          <a:r>
            <a:rPr lang="en-US" b="1" i="0" baseline="0"/>
            <a:t>What is the API Marketplace?</a:t>
          </a:r>
          <a:endParaRPr lang="en-US"/>
        </a:p>
      </dgm:t>
    </dgm:pt>
    <dgm:pt modelId="{E464144A-771A-4F99-9D55-6A07FD9C49AC}" type="parTrans" cxnId="{23E40AB4-6413-441A-9478-5C170A8D57FB}">
      <dgm:prSet/>
      <dgm:spPr/>
      <dgm:t>
        <a:bodyPr/>
        <a:lstStyle/>
        <a:p>
          <a:endParaRPr lang="en-US"/>
        </a:p>
      </dgm:t>
    </dgm:pt>
    <dgm:pt modelId="{7C657578-E128-46C3-99D3-95FBF45B8C03}" type="sibTrans" cxnId="{23E40AB4-6413-441A-9478-5C170A8D57FB}">
      <dgm:prSet/>
      <dgm:spPr/>
      <dgm:t>
        <a:bodyPr/>
        <a:lstStyle/>
        <a:p>
          <a:endParaRPr lang="en-US"/>
        </a:p>
      </dgm:t>
    </dgm:pt>
    <dgm:pt modelId="{7BF87B68-8DB4-4849-899C-0D5BB31210C3}">
      <dgm:prSet/>
      <dgm:spPr/>
      <dgm:t>
        <a:bodyPr/>
        <a:lstStyle/>
        <a:p>
          <a:r>
            <a:rPr lang="en-US" b="0" i="0" baseline="0" dirty="0"/>
            <a:t>Categorization is an AI-powered service provided by </a:t>
          </a:r>
          <a:r>
            <a:rPr lang="en-US" b="0" i="0" baseline="0" dirty="0" err="1"/>
            <a:t>Drahim</a:t>
          </a:r>
          <a:r>
            <a:rPr lang="en-US" b="0" i="0" baseline="0" dirty="0"/>
            <a:t> (an ARG Subsidiary).</a:t>
          </a:r>
          <a:endParaRPr lang="en-US" dirty="0"/>
        </a:p>
      </dgm:t>
    </dgm:pt>
    <dgm:pt modelId="{920DA52A-792E-4E4A-BBEC-0C01EB7F438B}" type="parTrans" cxnId="{527644B0-1243-427D-B154-361263BA58CC}">
      <dgm:prSet/>
      <dgm:spPr/>
      <dgm:t>
        <a:bodyPr/>
        <a:lstStyle/>
        <a:p>
          <a:endParaRPr lang="en-US"/>
        </a:p>
      </dgm:t>
    </dgm:pt>
    <dgm:pt modelId="{E0BAFD99-C1CC-4D79-B875-1924720CA4F6}" type="sibTrans" cxnId="{527644B0-1243-427D-B154-361263BA58CC}">
      <dgm:prSet/>
      <dgm:spPr/>
      <dgm:t>
        <a:bodyPr/>
        <a:lstStyle/>
        <a:p>
          <a:endParaRPr lang="en-US"/>
        </a:p>
      </dgm:t>
    </dgm:pt>
    <dgm:pt modelId="{B84A56B5-D4F3-445D-A906-F0BBC70C1172}">
      <dgm:prSet/>
      <dgm:spPr/>
      <dgm:t>
        <a:bodyPr/>
        <a:lstStyle/>
        <a:p>
          <a:r>
            <a:rPr lang="en-US" b="0" i="0" baseline="0" dirty="0"/>
            <a:t>It classifies merchants based on their business type and allows customers to modify or update classifications when required.</a:t>
          </a:r>
          <a:endParaRPr lang="en-US" dirty="0"/>
        </a:p>
      </dgm:t>
    </dgm:pt>
    <dgm:pt modelId="{B4EA36F4-D617-409A-9D3B-7E6A17C4CA5B}" type="parTrans" cxnId="{8925FCED-CCD8-4230-A8DC-CEC0CA9FED2B}">
      <dgm:prSet/>
      <dgm:spPr/>
      <dgm:t>
        <a:bodyPr/>
        <a:lstStyle/>
        <a:p>
          <a:endParaRPr lang="en-US"/>
        </a:p>
      </dgm:t>
    </dgm:pt>
    <dgm:pt modelId="{7CD7984F-04A6-43BF-9627-C96C61CC26CF}" type="sibTrans" cxnId="{8925FCED-CCD8-4230-A8DC-CEC0CA9FED2B}">
      <dgm:prSet/>
      <dgm:spPr/>
      <dgm:t>
        <a:bodyPr/>
        <a:lstStyle/>
        <a:p>
          <a:endParaRPr lang="en-US"/>
        </a:p>
      </dgm:t>
    </dgm:pt>
    <dgm:pt modelId="{76F7B7B1-178B-44F5-A9C5-E27DE8342CD1}">
      <dgm:prSet/>
      <dgm:spPr/>
      <dgm:t>
        <a:bodyPr/>
        <a:lstStyle/>
        <a:p>
          <a:r>
            <a:rPr lang="en-US" b="1" i="0" baseline="0"/>
            <a:t>What is a Categorization?</a:t>
          </a:r>
          <a:endParaRPr lang="en-US"/>
        </a:p>
      </dgm:t>
    </dgm:pt>
    <dgm:pt modelId="{47BC28E8-0DCE-49A8-AF10-CB56F8E3D09C}" type="parTrans" cxnId="{02FFB17D-DC86-4C65-B94A-C08134B0BF95}">
      <dgm:prSet/>
      <dgm:spPr/>
      <dgm:t>
        <a:bodyPr/>
        <a:lstStyle/>
        <a:p>
          <a:endParaRPr lang="en-US"/>
        </a:p>
      </dgm:t>
    </dgm:pt>
    <dgm:pt modelId="{8018522D-BB68-4539-A6A9-B8133DB471F5}" type="sibTrans" cxnId="{02FFB17D-DC86-4C65-B94A-C08134B0BF95}">
      <dgm:prSet/>
      <dgm:spPr/>
      <dgm:t>
        <a:bodyPr/>
        <a:lstStyle/>
        <a:p>
          <a:endParaRPr lang="en-US"/>
        </a:p>
      </dgm:t>
    </dgm:pt>
    <dgm:pt modelId="{01B6465B-F14A-4430-BD50-7F48097D2D23}">
      <dgm:prSet/>
      <dgm:spPr/>
      <dgm:t>
        <a:bodyPr/>
        <a:lstStyle/>
        <a:p>
          <a:r>
            <a:rPr lang="en-US" i="0" baseline="0" dirty="0"/>
            <a:t>Categorization Service: An AI-powered solution that classifies merchants into predefined business categories based on their business type and transaction data.</a:t>
          </a:r>
          <a:endParaRPr lang="en-US" dirty="0"/>
        </a:p>
      </dgm:t>
    </dgm:pt>
    <dgm:pt modelId="{9D616D49-712D-43CB-BBD1-BD90871F8F9F}" type="parTrans" cxnId="{493AC4A7-4884-4B89-AB91-384D8A159E2E}">
      <dgm:prSet/>
      <dgm:spPr/>
      <dgm:t>
        <a:bodyPr/>
        <a:lstStyle/>
        <a:p>
          <a:endParaRPr lang="en-US"/>
        </a:p>
      </dgm:t>
    </dgm:pt>
    <dgm:pt modelId="{CB713FF2-D38F-4F24-9483-BEBEC75BD52C}" type="sibTrans" cxnId="{493AC4A7-4884-4B89-AB91-384D8A159E2E}">
      <dgm:prSet/>
      <dgm:spPr/>
      <dgm:t>
        <a:bodyPr/>
        <a:lstStyle/>
        <a:p>
          <a:endParaRPr lang="en-US"/>
        </a:p>
      </dgm:t>
    </dgm:pt>
    <dgm:pt modelId="{52B7D383-768B-41BD-94E4-3ACF486E360A}">
      <dgm:prSet/>
      <dgm:spPr/>
      <dgm:t>
        <a:bodyPr/>
        <a:lstStyle/>
        <a:p>
          <a:r>
            <a:rPr lang="en-US" b="1" i="0" baseline="0"/>
            <a:t>What The Categorization Does:</a:t>
          </a:r>
          <a:endParaRPr lang="en-US"/>
        </a:p>
      </dgm:t>
    </dgm:pt>
    <dgm:pt modelId="{57629C54-7341-4EE2-A338-60F3A2F5BC51}" type="parTrans" cxnId="{87E3CE67-5CEF-4BEA-B263-DB7928290C65}">
      <dgm:prSet/>
      <dgm:spPr/>
      <dgm:t>
        <a:bodyPr/>
        <a:lstStyle/>
        <a:p>
          <a:endParaRPr lang="en-US"/>
        </a:p>
      </dgm:t>
    </dgm:pt>
    <dgm:pt modelId="{407C437E-E772-4A25-8C76-F27190EB66C4}" type="sibTrans" cxnId="{87E3CE67-5CEF-4BEA-B263-DB7928290C65}">
      <dgm:prSet/>
      <dgm:spPr/>
      <dgm:t>
        <a:bodyPr/>
        <a:lstStyle/>
        <a:p>
          <a:endParaRPr lang="en-US"/>
        </a:p>
      </dgm:t>
    </dgm:pt>
    <dgm:pt modelId="{C3AB51C8-2CB7-4837-B497-EF37B91C99D6}">
      <dgm:prSet/>
      <dgm:spPr/>
      <dgm:t>
        <a:bodyPr/>
        <a:lstStyle/>
        <a:p>
          <a:r>
            <a:rPr lang="en-US" dirty="0"/>
            <a:t>Automatically classifies merchants using AI.</a:t>
          </a:r>
        </a:p>
      </dgm:t>
    </dgm:pt>
    <dgm:pt modelId="{1B1CBF71-383B-4B40-A43D-0DE7CEBADB21}" type="parTrans" cxnId="{6FBD6F8F-D2A6-4EBE-8F29-2C302D087004}">
      <dgm:prSet/>
      <dgm:spPr/>
      <dgm:t>
        <a:bodyPr/>
        <a:lstStyle/>
        <a:p>
          <a:endParaRPr lang="en-US"/>
        </a:p>
      </dgm:t>
    </dgm:pt>
    <dgm:pt modelId="{4C4CC595-B1B3-456C-84DE-56F32F824EF4}" type="sibTrans" cxnId="{6FBD6F8F-D2A6-4EBE-8F29-2C302D087004}">
      <dgm:prSet/>
      <dgm:spPr/>
      <dgm:t>
        <a:bodyPr/>
        <a:lstStyle/>
        <a:p>
          <a:endParaRPr lang="en-US"/>
        </a:p>
      </dgm:t>
    </dgm:pt>
    <dgm:pt modelId="{6FDD73B0-4435-426D-8956-3311F4E64134}">
      <dgm:prSet/>
      <dgm:spPr/>
      <dgm:t>
        <a:bodyPr/>
        <a:lstStyle/>
        <a:p>
          <a:r>
            <a:rPr lang="en-US" dirty="0"/>
            <a:t>Allows customers to update or modify classifications when needed.</a:t>
          </a:r>
        </a:p>
      </dgm:t>
    </dgm:pt>
    <dgm:pt modelId="{151BF774-120E-43DA-A250-44CD7193A4F9}" type="parTrans" cxnId="{92CBD7EA-C89D-408E-BEC1-82E019849816}">
      <dgm:prSet/>
      <dgm:spPr/>
      <dgm:t>
        <a:bodyPr/>
        <a:lstStyle/>
        <a:p>
          <a:endParaRPr lang="en-US"/>
        </a:p>
      </dgm:t>
    </dgm:pt>
    <dgm:pt modelId="{F5A374E8-046A-4AB1-8331-D6EF4D9C69AF}" type="sibTrans" cxnId="{92CBD7EA-C89D-408E-BEC1-82E019849816}">
      <dgm:prSet/>
      <dgm:spPr/>
      <dgm:t>
        <a:bodyPr/>
        <a:lstStyle/>
        <a:p>
          <a:endParaRPr lang="en-US"/>
        </a:p>
      </dgm:t>
    </dgm:pt>
    <dgm:pt modelId="{503A0012-8CF9-4CE5-AB61-A97A4814C42B}">
      <dgm:prSet/>
      <dgm:spPr/>
      <dgm:t>
        <a:bodyPr/>
        <a:lstStyle/>
        <a:p>
          <a:r>
            <a:rPr lang="en-US" b="1"/>
            <a:t>How It Will Be Used (B2B):</a:t>
          </a:r>
          <a:endParaRPr lang="en-US"/>
        </a:p>
      </dgm:t>
    </dgm:pt>
    <dgm:pt modelId="{4605926E-3E1F-4734-A691-14AF63724EF2}" type="parTrans" cxnId="{39E2D2F2-6D08-4441-982B-91E99A1020EA}">
      <dgm:prSet/>
      <dgm:spPr/>
      <dgm:t>
        <a:bodyPr/>
        <a:lstStyle/>
        <a:p>
          <a:endParaRPr lang="en-US"/>
        </a:p>
      </dgm:t>
    </dgm:pt>
    <dgm:pt modelId="{8350BF22-E30E-43F7-9D93-CB7D6F576D02}" type="sibTrans" cxnId="{39E2D2F2-6D08-4441-982B-91E99A1020EA}">
      <dgm:prSet/>
      <dgm:spPr/>
      <dgm:t>
        <a:bodyPr/>
        <a:lstStyle/>
        <a:p>
          <a:endParaRPr lang="en-US"/>
        </a:p>
      </dgm:t>
    </dgm:pt>
    <dgm:pt modelId="{77B588DA-01C5-417F-9CAD-5794AAEDF8EE}">
      <dgm:prSet/>
      <dgm:spPr/>
      <dgm:t>
        <a:bodyPr/>
        <a:lstStyle/>
        <a:p>
          <a:r>
            <a:rPr lang="en-US" dirty="0"/>
            <a:t>Your business (Consumer) integrates with the </a:t>
          </a:r>
          <a:r>
            <a:rPr lang="en-US" b="1" dirty="0"/>
            <a:t>API Marketplace</a:t>
          </a:r>
          <a:r>
            <a:rPr lang="en-US" dirty="0"/>
            <a:t> to offer merchant categorization services to your customers through digital channels.</a:t>
          </a:r>
        </a:p>
      </dgm:t>
    </dgm:pt>
    <dgm:pt modelId="{7656E3F1-1897-4279-AF8C-05F7FFD2AADC}" type="parTrans" cxnId="{613CEE9C-D03D-4236-8A0F-24E18B92777A}">
      <dgm:prSet/>
      <dgm:spPr/>
      <dgm:t>
        <a:bodyPr/>
        <a:lstStyle/>
        <a:p>
          <a:endParaRPr lang="en-US"/>
        </a:p>
      </dgm:t>
    </dgm:pt>
    <dgm:pt modelId="{62415190-C59C-4612-B311-62D92545B696}" type="sibTrans" cxnId="{613CEE9C-D03D-4236-8A0F-24E18B92777A}">
      <dgm:prSet/>
      <dgm:spPr/>
      <dgm:t>
        <a:bodyPr/>
        <a:lstStyle/>
        <a:p>
          <a:endParaRPr lang="en-US"/>
        </a:p>
      </dgm:t>
    </dgm:pt>
    <dgm:pt modelId="{3D1A3A43-C37A-4147-8961-AA0F7D9B6EFB}">
      <dgm:prSet/>
      <dgm:spPr/>
      <dgm:t>
        <a:bodyPr/>
        <a:lstStyle/>
        <a:p>
          <a:r>
            <a:rPr lang="en-US" b="1" i="0" baseline="0"/>
            <a:t>Advantages of Categorization (Business View):</a:t>
          </a:r>
          <a:endParaRPr lang="en-US"/>
        </a:p>
      </dgm:t>
    </dgm:pt>
    <dgm:pt modelId="{FD626DE0-88E0-434A-8DDF-4AE0E7CA57C5}" type="parTrans" cxnId="{C0DC24AC-EEDA-4E4C-93E2-82CC640AA208}">
      <dgm:prSet/>
      <dgm:spPr/>
      <dgm:t>
        <a:bodyPr/>
        <a:lstStyle/>
        <a:p>
          <a:endParaRPr lang="en-US"/>
        </a:p>
      </dgm:t>
    </dgm:pt>
    <dgm:pt modelId="{806CD1AC-81B8-4C0F-A3C2-7C0A3ED32357}" type="sibTrans" cxnId="{C0DC24AC-EEDA-4E4C-93E2-82CC640AA208}">
      <dgm:prSet/>
      <dgm:spPr/>
      <dgm:t>
        <a:bodyPr/>
        <a:lstStyle/>
        <a:p>
          <a:endParaRPr lang="en-US"/>
        </a:p>
      </dgm:t>
    </dgm:pt>
    <dgm:pt modelId="{A0B10BA3-A76C-411C-B57D-86A465F443AC}">
      <dgm:prSet/>
      <dgm:spPr/>
      <dgm:t>
        <a:bodyPr/>
        <a:lstStyle/>
        <a:p>
          <a:r>
            <a:rPr lang="en-US" dirty="0"/>
            <a:t>Provide accurate merchant classification without building your own AI solution.</a:t>
          </a:r>
        </a:p>
      </dgm:t>
    </dgm:pt>
    <dgm:pt modelId="{2996B460-DCF1-4F08-8397-E440D1C578C5}" type="parTrans" cxnId="{67C4FED1-C167-4D5B-8362-31B30E0E1CD7}">
      <dgm:prSet/>
      <dgm:spPr/>
      <dgm:t>
        <a:bodyPr/>
        <a:lstStyle/>
        <a:p>
          <a:endParaRPr lang="en-US"/>
        </a:p>
      </dgm:t>
    </dgm:pt>
    <dgm:pt modelId="{7CCA14C8-61A8-4C24-95D0-F951FF604DF7}" type="sibTrans" cxnId="{67C4FED1-C167-4D5B-8362-31B30E0E1CD7}">
      <dgm:prSet/>
      <dgm:spPr/>
      <dgm:t>
        <a:bodyPr/>
        <a:lstStyle/>
        <a:p>
          <a:endParaRPr lang="en-US"/>
        </a:p>
      </dgm:t>
    </dgm:pt>
    <dgm:pt modelId="{EEA535F9-31DD-4FF3-A7A6-439BCCE71F04}">
      <dgm:prSet/>
      <dgm:spPr/>
      <dgm:t>
        <a:bodyPr/>
        <a:lstStyle/>
        <a:p>
          <a:r>
            <a:rPr lang="en-US" dirty="0"/>
            <a:t>Unified and standardized access through the API Marketplace.</a:t>
          </a:r>
        </a:p>
      </dgm:t>
    </dgm:pt>
    <dgm:pt modelId="{76A4D7A6-CAA5-4A30-A1DA-BB4EB1E2E12F}" type="parTrans" cxnId="{38DBA19B-B884-4F81-AB1B-E1A80DCBA5D3}">
      <dgm:prSet/>
      <dgm:spPr/>
      <dgm:t>
        <a:bodyPr/>
        <a:lstStyle/>
        <a:p>
          <a:endParaRPr lang="en-US"/>
        </a:p>
      </dgm:t>
    </dgm:pt>
    <dgm:pt modelId="{FEE8A629-4777-4B85-91EE-C86B86C02ADB}" type="sibTrans" cxnId="{38DBA19B-B884-4F81-AB1B-E1A80DCBA5D3}">
      <dgm:prSet/>
      <dgm:spPr/>
      <dgm:t>
        <a:bodyPr/>
        <a:lstStyle/>
        <a:p>
          <a:endParaRPr lang="en-US"/>
        </a:p>
      </dgm:t>
    </dgm:pt>
    <dgm:pt modelId="{5A5DA60C-9295-4642-AC29-33421418CC08}">
      <dgm:prSet/>
      <dgm:spPr/>
      <dgm:t>
        <a:bodyPr/>
        <a:lstStyle/>
        <a:p>
          <a:r>
            <a:rPr lang="en-US" dirty="0"/>
            <a:t>Faster time to market for subsidiaries by reusing a ready service.</a:t>
          </a:r>
        </a:p>
      </dgm:t>
    </dgm:pt>
    <dgm:pt modelId="{B2D865DC-1680-4327-9D0C-354D830A14E9}" type="parTrans" cxnId="{7721A605-2C43-43C5-ABD8-F8D7AC995562}">
      <dgm:prSet/>
      <dgm:spPr/>
      <dgm:t>
        <a:bodyPr/>
        <a:lstStyle/>
        <a:p>
          <a:endParaRPr lang="en-US"/>
        </a:p>
      </dgm:t>
    </dgm:pt>
    <dgm:pt modelId="{7481EB40-8BB8-49AB-82FE-57E9C59D72F9}" type="sibTrans" cxnId="{7721A605-2C43-43C5-ABD8-F8D7AC995562}">
      <dgm:prSet/>
      <dgm:spPr/>
      <dgm:t>
        <a:bodyPr/>
        <a:lstStyle/>
        <a:p>
          <a:endParaRPr lang="en-US"/>
        </a:p>
      </dgm:t>
    </dgm:pt>
    <dgm:pt modelId="{97727C9E-54F1-4AA5-9B0E-0019EDBAA181}">
      <dgm:prSet/>
      <dgm:spPr/>
      <dgm:t>
        <a:bodyPr/>
        <a:lstStyle/>
        <a:p>
          <a:r>
            <a:rPr lang="en-US" dirty="0"/>
            <a:t>Centralized monitoring, analytics, and security compliance.</a:t>
          </a:r>
        </a:p>
      </dgm:t>
    </dgm:pt>
    <dgm:pt modelId="{B7665386-7FD1-488A-B3C5-A20FBD754C9A}" type="parTrans" cxnId="{DAA8B07C-CD0A-40AE-83B0-D308601CD379}">
      <dgm:prSet/>
      <dgm:spPr/>
      <dgm:t>
        <a:bodyPr/>
        <a:lstStyle/>
        <a:p>
          <a:endParaRPr lang="en-US"/>
        </a:p>
      </dgm:t>
    </dgm:pt>
    <dgm:pt modelId="{9B243E76-F92A-4D8F-9CA8-995140227761}" type="sibTrans" cxnId="{DAA8B07C-CD0A-40AE-83B0-D308601CD379}">
      <dgm:prSet/>
      <dgm:spPr/>
      <dgm:t>
        <a:bodyPr/>
        <a:lstStyle/>
        <a:p>
          <a:endParaRPr lang="en-US"/>
        </a:p>
      </dgm:t>
    </dgm:pt>
    <dgm:pt modelId="{94476AD3-C350-4D99-B021-385008BDD1B4}">
      <dgm:prSet/>
      <dgm:spPr/>
      <dgm:t>
        <a:bodyPr/>
        <a:lstStyle/>
        <a:p>
          <a:r>
            <a:rPr lang="en-US" b="1" i="0" baseline="0"/>
            <a:t>How It Works (Business Flow):</a:t>
          </a:r>
          <a:endParaRPr lang="en-US"/>
        </a:p>
      </dgm:t>
    </dgm:pt>
    <dgm:pt modelId="{EA6BA35F-78AA-4AD9-9677-938B9EF67555}" type="parTrans" cxnId="{3EA682C8-C07E-4AE8-9195-2FDC87EFE294}">
      <dgm:prSet/>
      <dgm:spPr/>
      <dgm:t>
        <a:bodyPr/>
        <a:lstStyle/>
        <a:p>
          <a:endParaRPr lang="en-US"/>
        </a:p>
      </dgm:t>
    </dgm:pt>
    <dgm:pt modelId="{BCD6F9FB-CC96-43A0-A356-4F9079EA95B6}" type="sibTrans" cxnId="{3EA682C8-C07E-4AE8-9195-2FDC87EFE294}">
      <dgm:prSet/>
      <dgm:spPr/>
      <dgm:t>
        <a:bodyPr/>
        <a:lstStyle/>
        <a:p>
          <a:endParaRPr lang="en-US"/>
        </a:p>
      </dgm:t>
    </dgm:pt>
    <dgm:pt modelId="{634EC6B3-0489-4A82-98A0-B4F8A2BFE821}">
      <dgm:prSet/>
      <dgm:spPr/>
      <dgm:t>
        <a:bodyPr/>
        <a:lstStyle/>
        <a:p>
          <a:r>
            <a:rPr lang="en-US"/>
            <a:t>Customers send merchant details → API Marketplace processes → Categorization result is returned.</a:t>
          </a:r>
        </a:p>
      </dgm:t>
    </dgm:pt>
    <dgm:pt modelId="{1F4A3E73-E8A3-4A24-8F8C-9327DE433B36}" type="parTrans" cxnId="{6C6DD198-0147-4A3A-A874-20DEEE05BBE9}">
      <dgm:prSet/>
      <dgm:spPr/>
      <dgm:t>
        <a:bodyPr/>
        <a:lstStyle/>
        <a:p>
          <a:endParaRPr lang="en-US"/>
        </a:p>
      </dgm:t>
    </dgm:pt>
    <dgm:pt modelId="{C7DDEF9A-F270-4E2A-A518-8EA4D831ED9A}" type="sibTrans" cxnId="{6C6DD198-0147-4A3A-A874-20DEEE05BBE9}">
      <dgm:prSet/>
      <dgm:spPr/>
      <dgm:t>
        <a:bodyPr/>
        <a:lstStyle/>
        <a:p>
          <a:endParaRPr lang="en-US"/>
        </a:p>
      </dgm:t>
    </dgm:pt>
    <dgm:pt modelId="{50C97C96-71E8-4630-B4AF-B0A14A292103}" type="pres">
      <dgm:prSet presAssocID="{8E97A7F0-47A9-40BF-9303-5C126DCB9859}" presName="linear" presStyleCnt="0">
        <dgm:presLayoutVars>
          <dgm:animLvl val="lvl"/>
          <dgm:resizeHandles val="exact"/>
        </dgm:presLayoutVars>
      </dgm:prSet>
      <dgm:spPr/>
    </dgm:pt>
    <dgm:pt modelId="{3CB6BDC8-8B50-4E74-AF4C-74A71BD6E155}" type="pres">
      <dgm:prSet presAssocID="{1A478F35-8BAA-45CC-B763-E629630125A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694EA999-A520-4AD7-BC8C-B271D6B261F5}" type="pres">
      <dgm:prSet presAssocID="{1A478F35-8BAA-45CC-B763-E629630125A6}" presName="childText" presStyleLbl="revTx" presStyleIdx="0" presStyleCnt="6">
        <dgm:presLayoutVars>
          <dgm:bulletEnabled val="1"/>
        </dgm:presLayoutVars>
      </dgm:prSet>
      <dgm:spPr/>
    </dgm:pt>
    <dgm:pt modelId="{E0062363-D630-4E4B-88E0-B4599F995C0C}" type="pres">
      <dgm:prSet presAssocID="{76F7B7B1-178B-44F5-A9C5-E27DE8342CD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B9749A72-D765-40F0-A6FA-845B4AA8F1DD}" type="pres">
      <dgm:prSet presAssocID="{76F7B7B1-178B-44F5-A9C5-E27DE8342CD1}" presName="childText" presStyleLbl="revTx" presStyleIdx="1" presStyleCnt="6">
        <dgm:presLayoutVars>
          <dgm:bulletEnabled val="1"/>
        </dgm:presLayoutVars>
      </dgm:prSet>
      <dgm:spPr/>
    </dgm:pt>
    <dgm:pt modelId="{C724E73D-ED94-4F6A-8D12-0E0B3E492446}" type="pres">
      <dgm:prSet presAssocID="{52B7D383-768B-41BD-94E4-3ACF486E360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B00FAFC-F677-470B-AFF8-00DF431B23F2}" type="pres">
      <dgm:prSet presAssocID="{52B7D383-768B-41BD-94E4-3ACF486E360A}" presName="childText" presStyleLbl="revTx" presStyleIdx="2" presStyleCnt="6">
        <dgm:presLayoutVars>
          <dgm:bulletEnabled val="1"/>
        </dgm:presLayoutVars>
      </dgm:prSet>
      <dgm:spPr/>
    </dgm:pt>
    <dgm:pt modelId="{99332128-7809-43DD-B592-D79196165A93}" type="pres">
      <dgm:prSet presAssocID="{503A0012-8CF9-4CE5-AB61-A97A4814C42B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284F790F-B6B6-4A74-AAF9-488B002F7100}" type="pres">
      <dgm:prSet presAssocID="{503A0012-8CF9-4CE5-AB61-A97A4814C42B}" presName="childText" presStyleLbl="revTx" presStyleIdx="3" presStyleCnt="6">
        <dgm:presLayoutVars>
          <dgm:bulletEnabled val="1"/>
        </dgm:presLayoutVars>
      </dgm:prSet>
      <dgm:spPr/>
    </dgm:pt>
    <dgm:pt modelId="{7455ECC2-A88E-4D4E-AA20-738A025F9ACB}" type="pres">
      <dgm:prSet presAssocID="{3D1A3A43-C37A-4147-8961-AA0F7D9B6EF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7ABDDBB-F2EB-44C9-85E4-A0F043267301}" type="pres">
      <dgm:prSet presAssocID="{3D1A3A43-C37A-4147-8961-AA0F7D9B6EFB}" presName="childText" presStyleLbl="revTx" presStyleIdx="4" presStyleCnt="6">
        <dgm:presLayoutVars>
          <dgm:bulletEnabled val="1"/>
        </dgm:presLayoutVars>
      </dgm:prSet>
      <dgm:spPr/>
    </dgm:pt>
    <dgm:pt modelId="{229EAC5F-3AFC-46CF-B88B-B46404EDFA6E}" type="pres">
      <dgm:prSet presAssocID="{94476AD3-C350-4D99-B021-385008BDD1B4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A12D910E-F3C6-45EB-8260-6FC2C2A404C3}" type="pres">
      <dgm:prSet presAssocID="{94476AD3-C350-4D99-B021-385008BDD1B4}" presName="childText" presStyleLbl="revTx" presStyleIdx="5" presStyleCnt="6">
        <dgm:presLayoutVars>
          <dgm:bulletEnabled val="1"/>
        </dgm:presLayoutVars>
      </dgm:prSet>
      <dgm:spPr/>
    </dgm:pt>
  </dgm:ptLst>
  <dgm:cxnLst>
    <dgm:cxn modelId="{7721A605-2C43-43C5-ABD8-F8D7AC995562}" srcId="{3D1A3A43-C37A-4147-8961-AA0F7D9B6EFB}" destId="{5A5DA60C-9295-4642-AC29-33421418CC08}" srcOrd="2" destOrd="0" parTransId="{B2D865DC-1680-4327-9D0C-354D830A14E9}" sibTransId="{7481EB40-8BB8-49AB-82FE-57E9C59D72F9}"/>
    <dgm:cxn modelId="{3D81EC08-A025-4161-A4D8-DB3DEB3903AC}" type="presOf" srcId="{7BF87B68-8DB4-4849-899C-0D5BB31210C3}" destId="{694EA999-A520-4AD7-BC8C-B271D6B261F5}" srcOrd="0" destOrd="0" presId="urn:microsoft.com/office/officeart/2005/8/layout/vList2"/>
    <dgm:cxn modelId="{C3C4A11C-C3DC-45F6-B1F5-A7FDA294B107}" type="presOf" srcId="{8E97A7F0-47A9-40BF-9303-5C126DCB9859}" destId="{50C97C96-71E8-4630-B4AF-B0A14A292103}" srcOrd="0" destOrd="0" presId="urn:microsoft.com/office/officeart/2005/8/layout/vList2"/>
    <dgm:cxn modelId="{0B87BF24-ADFF-49C7-B12B-41D25434D53F}" type="presOf" srcId="{EEA535F9-31DD-4FF3-A7A6-439BCCE71F04}" destId="{E7ABDDBB-F2EB-44C9-85E4-A0F043267301}" srcOrd="0" destOrd="1" presId="urn:microsoft.com/office/officeart/2005/8/layout/vList2"/>
    <dgm:cxn modelId="{2988452B-3AE0-406A-BB54-B6F62F8A9850}" type="presOf" srcId="{94476AD3-C350-4D99-B021-385008BDD1B4}" destId="{229EAC5F-3AFC-46CF-B88B-B46404EDFA6E}" srcOrd="0" destOrd="0" presId="urn:microsoft.com/office/officeart/2005/8/layout/vList2"/>
    <dgm:cxn modelId="{37E06F37-D549-40F4-A707-CCE14F4832F0}" type="presOf" srcId="{6FDD73B0-4435-426D-8956-3311F4E64134}" destId="{DB00FAFC-F677-470B-AFF8-00DF431B23F2}" srcOrd="0" destOrd="1" presId="urn:microsoft.com/office/officeart/2005/8/layout/vList2"/>
    <dgm:cxn modelId="{B629943B-C189-4EB2-A08C-3D6455A2907D}" type="presOf" srcId="{52B7D383-768B-41BD-94E4-3ACF486E360A}" destId="{C724E73D-ED94-4F6A-8D12-0E0B3E492446}" srcOrd="0" destOrd="0" presId="urn:microsoft.com/office/officeart/2005/8/layout/vList2"/>
    <dgm:cxn modelId="{3429443C-D2DC-4803-B3D2-0BEE676F65A1}" type="presOf" srcId="{97727C9E-54F1-4AA5-9B0E-0019EDBAA181}" destId="{E7ABDDBB-F2EB-44C9-85E4-A0F043267301}" srcOrd="0" destOrd="3" presId="urn:microsoft.com/office/officeart/2005/8/layout/vList2"/>
    <dgm:cxn modelId="{87E3CE67-5CEF-4BEA-B263-DB7928290C65}" srcId="{8E97A7F0-47A9-40BF-9303-5C126DCB9859}" destId="{52B7D383-768B-41BD-94E4-3ACF486E360A}" srcOrd="2" destOrd="0" parTransId="{57629C54-7341-4EE2-A338-60F3A2F5BC51}" sibTransId="{407C437E-E772-4A25-8C76-F27190EB66C4}"/>
    <dgm:cxn modelId="{563B614C-EC35-4C7C-A001-77D60670F5EA}" type="presOf" srcId="{76F7B7B1-178B-44F5-A9C5-E27DE8342CD1}" destId="{E0062363-D630-4E4B-88E0-B4599F995C0C}" srcOrd="0" destOrd="0" presId="urn:microsoft.com/office/officeart/2005/8/layout/vList2"/>
    <dgm:cxn modelId="{7034864D-134B-4B7F-BFC4-EDDDD576F6BF}" type="presOf" srcId="{A0B10BA3-A76C-411C-B57D-86A465F443AC}" destId="{E7ABDDBB-F2EB-44C9-85E4-A0F043267301}" srcOrd="0" destOrd="0" presId="urn:microsoft.com/office/officeart/2005/8/layout/vList2"/>
    <dgm:cxn modelId="{00127C76-393F-4283-AB5A-5F3463917167}" type="presOf" srcId="{634EC6B3-0489-4A82-98A0-B4F8A2BFE821}" destId="{A12D910E-F3C6-45EB-8260-6FC2C2A404C3}" srcOrd="0" destOrd="0" presId="urn:microsoft.com/office/officeart/2005/8/layout/vList2"/>
    <dgm:cxn modelId="{DAA8B07C-CD0A-40AE-83B0-D308601CD379}" srcId="{3D1A3A43-C37A-4147-8961-AA0F7D9B6EFB}" destId="{97727C9E-54F1-4AA5-9B0E-0019EDBAA181}" srcOrd="3" destOrd="0" parTransId="{B7665386-7FD1-488A-B3C5-A20FBD754C9A}" sibTransId="{9B243E76-F92A-4D8F-9CA8-995140227761}"/>
    <dgm:cxn modelId="{02FFB17D-DC86-4C65-B94A-C08134B0BF95}" srcId="{8E97A7F0-47A9-40BF-9303-5C126DCB9859}" destId="{76F7B7B1-178B-44F5-A9C5-E27DE8342CD1}" srcOrd="1" destOrd="0" parTransId="{47BC28E8-0DCE-49A8-AF10-CB56F8E3D09C}" sibTransId="{8018522D-BB68-4539-A6A9-B8133DB471F5}"/>
    <dgm:cxn modelId="{6FBD6F8F-D2A6-4EBE-8F29-2C302D087004}" srcId="{52B7D383-768B-41BD-94E4-3ACF486E360A}" destId="{C3AB51C8-2CB7-4837-B497-EF37B91C99D6}" srcOrd="0" destOrd="0" parTransId="{1B1CBF71-383B-4B40-A43D-0DE7CEBADB21}" sibTransId="{4C4CC595-B1B3-456C-84DE-56F32F824EF4}"/>
    <dgm:cxn modelId="{A94CE491-EF4B-498A-B0A8-A3EF5ADCEF4A}" type="presOf" srcId="{C3AB51C8-2CB7-4837-B497-EF37B91C99D6}" destId="{DB00FAFC-F677-470B-AFF8-00DF431B23F2}" srcOrd="0" destOrd="0" presId="urn:microsoft.com/office/officeart/2005/8/layout/vList2"/>
    <dgm:cxn modelId="{6C6DD198-0147-4A3A-A874-20DEEE05BBE9}" srcId="{94476AD3-C350-4D99-B021-385008BDD1B4}" destId="{634EC6B3-0489-4A82-98A0-B4F8A2BFE821}" srcOrd="0" destOrd="0" parTransId="{1F4A3E73-E8A3-4A24-8F8C-9327DE433B36}" sibTransId="{C7DDEF9A-F270-4E2A-A518-8EA4D831ED9A}"/>
    <dgm:cxn modelId="{38DBA19B-B884-4F81-AB1B-E1A80DCBA5D3}" srcId="{3D1A3A43-C37A-4147-8961-AA0F7D9B6EFB}" destId="{EEA535F9-31DD-4FF3-A7A6-439BCCE71F04}" srcOrd="1" destOrd="0" parTransId="{76A4D7A6-CAA5-4A30-A1DA-BB4EB1E2E12F}" sibTransId="{FEE8A629-4777-4B85-91EE-C86B86C02ADB}"/>
    <dgm:cxn modelId="{613CEE9C-D03D-4236-8A0F-24E18B92777A}" srcId="{503A0012-8CF9-4CE5-AB61-A97A4814C42B}" destId="{77B588DA-01C5-417F-9CAD-5794AAEDF8EE}" srcOrd="0" destOrd="0" parTransId="{7656E3F1-1897-4279-AF8C-05F7FFD2AADC}" sibTransId="{62415190-C59C-4612-B311-62D92545B696}"/>
    <dgm:cxn modelId="{493AC4A7-4884-4B89-AB91-384D8A159E2E}" srcId="{76F7B7B1-178B-44F5-A9C5-E27DE8342CD1}" destId="{01B6465B-F14A-4430-BD50-7F48097D2D23}" srcOrd="0" destOrd="0" parTransId="{9D616D49-712D-43CB-BBD1-BD90871F8F9F}" sibTransId="{CB713FF2-D38F-4F24-9483-BEBEC75BD52C}"/>
    <dgm:cxn modelId="{C0DC24AC-EEDA-4E4C-93E2-82CC640AA208}" srcId="{8E97A7F0-47A9-40BF-9303-5C126DCB9859}" destId="{3D1A3A43-C37A-4147-8961-AA0F7D9B6EFB}" srcOrd="4" destOrd="0" parTransId="{FD626DE0-88E0-434A-8DDF-4AE0E7CA57C5}" sibTransId="{806CD1AC-81B8-4C0F-A3C2-7C0A3ED32357}"/>
    <dgm:cxn modelId="{2E6290AE-8DE8-4B8B-AB70-7D6D85E3350D}" type="presOf" srcId="{1A478F35-8BAA-45CC-B763-E629630125A6}" destId="{3CB6BDC8-8B50-4E74-AF4C-74A71BD6E155}" srcOrd="0" destOrd="0" presId="urn:microsoft.com/office/officeart/2005/8/layout/vList2"/>
    <dgm:cxn modelId="{527644B0-1243-427D-B154-361263BA58CC}" srcId="{1A478F35-8BAA-45CC-B763-E629630125A6}" destId="{7BF87B68-8DB4-4849-899C-0D5BB31210C3}" srcOrd="0" destOrd="0" parTransId="{920DA52A-792E-4E4A-BBEC-0C01EB7F438B}" sibTransId="{E0BAFD99-C1CC-4D79-B875-1924720CA4F6}"/>
    <dgm:cxn modelId="{23E40AB4-6413-441A-9478-5C170A8D57FB}" srcId="{8E97A7F0-47A9-40BF-9303-5C126DCB9859}" destId="{1A478F35-8BAA-45CC-B763-E629630125A6}" srcOrd="0" destOrd="0" parTransId="{E464144A-771A-4F99-9D55-6A07FD9C49AC}" sibTransId="{7C657578-E128-46C3-99D3-95FBF45B8C03}"/>
    <dgm:cxn modelId="{A9D7ABC3-7D75-4784-8FF1-39A2A5BC97A5}" type="presOf" srcId="{3D1A3A43-C37A-4147-8961-AA0F7D9B6EFB}" destId="{7455ECC2-A88E-4D4E-AA20-738A025F9ACB}" srcOrd="0" destOrd="0" presId="urn:microsoft.com/office/officeart/2005/8/layout/vList2"/>
    <dgm:cxn modelId="{3EA682C8-C07E-4AE8-9195-2FDC87EFE294}" srcId="{8E97A7F0-47A9-40BF-9303-5C126DCB9859}" destId="{94476AD3-C350-4D99-B021-385008BDD1B4}" srcOrd="5" destOrd="0" parTransId="{EA6BA35F-78AA-4AD9-9677-938B9EF67555}" sibTransId="{BCD6F9FB-CC96-43A0-A356-4F9079EA95B6}"/>
    <dgm:cxn modelId="{E44C76CA-4A84-4559-AE6A-B689B61F3A11}" type="presOf" srcId="{5A5DA60C-9295-4642-AC29-33421418CC08}" destId="{E7ABDDBB-F2EB-44C9-85E4-A0F043267301}" srcOrd="0" destOrd="2" presId="urn:microsoft.com/office/officeart/2005/8/layout/vList2"/>
    <dgm:cxn modelId="{799EE3CD-6CDD-46C1-B4DB-5376051E3FA5}" type="presOf" srcId="{01B6465B-F14A-4430-BD50-7F48097D2D23}" destId="{B9749A72-D765-40F0-A6FA-845B4AA8F1DD}" srcOrd="0" destOrd="0" presId="urn:microsoft.com/office/officeart/2005/8/layout/vList2"/>
    <dgm:cxn modelId="{67C4FED1-C167-4D5B-8362-31B30E0E1CD7}" srcId="{3D1A3A43-C37A-4147-8961-AA0F7D9B6EFB}" destId="{A0B10BA3-A76C-411C-B57D-86A465F443AC}" srcOrd="0" destOrd="0" parTransId="{2996B460-DCF1-4F08-8397-E440D1C578C5}" sibTransId="{7CCA14C8-61A8-4C24-95D0-F951FF604DF7}"/>
    <dgm:cxn modelId="{30A00FD7-2F05-4D46-94B6-C27EF5D8C01D}" type="presOf" srcId="{77B588DA-01C5-417F-9CAD-5794AAEDF8EE}" destId="{284F790F-B6B6-4A74-AAF9-488B002F7100}" srcOrd="0" destOrd="0" presId="urn:microsoft.com/office/officeart/2005/8/layout/vList2"/>
    <dgm:cxn modelId="{261C2EE1-7CA9-4C53-8B32-BEE781072F98}" type="presOf" srcId="{503A0012-8CF9-4CE5-AB61-A97A4814C42B}" destId="{99332128-7809-43DD-B592-D79196165A93}" srcOrd="0" destOrd="0" presId="urn:microsoft.com/office/officeart/2005/8/layout/vList2"/>
    <dgm:cxn modelId="{92CBD7EA-C89D-408E-BEC1-82E019849816}" srcId="{52B7D383-768B-41BD-94E4-3ACF486E360A}" destId="{6FDD73B0-4435-426D-8956-3311F4E64134}" srcOrd="1" destOrd="0" parTransId="{151BF774-120E-43DA-A250-44CD7193A4F9}" sibTransId="{F5A374E8-046A-4AB1-8331-D6EF4D9C69AF}"/>
    <dgm:cxn modelId="{F99F5AEC-0B83-4240-86B7-24931404F364}" type="presOf" srcId="{B84A56B5-D4F3-445D-A906-F0BBC70C1172}" destId="{694EA999-A520-4AD7-BC8C-B271D6B261F5}" srcOrd="0" destOrd="1" presId="urn:microsoft.com/office/officeart/2005/8/layout/vList2"/>
    <dgm:cxn modelId="{8925FCED-CCD8-4230-A8DC-CEC0CA9FED2B}" srcId="{1A478F35-8BAA-45CC-B763-E629630125A6}" destId="{B84A56B5-D4F3-445D-A906-F0BBC70C1172}" srcOrd="1" destOrd="0" parTransId="{B4EA36F4-D617-409A-9D3B-7E6A17C4CA5B}" sibTransId="{7CD7984F-04A6-43BF-9627-C96C61CC26CF}"/>
    <dgm:cxn modelId="{39E2D2F2-6D08-4441-982B-91E99A1020EA}" srcId="{8E97A7F0-47A9-40BF-9303-5C126DCB9859}" destId="{503A0012-8CF9-4CE5-AB61-A97A4814C42B}" srcOrd="3" destOrd="0" parTransId="{4605926E-3E1F-4734-A691-14AF63724EF2}" sibTransId="{8350BF22-E30E-43F7-9D93-CB7D6F576D02}"/>
    <dgm:cxn modelId="{391827AF-9552-46AE-9D41-0F1096AB0FB2}" type="presParOf" srcId="{50C97C96-71E8-4630-B4AF-B0A14A292103}" destId="{3CB6BDC8-8B50-4E74-AF4C-74A71BD6E155}" srcOrd="0" destOrd="0" presId="urn:microsoft.com/office/officeart/2005/8/layout/vList2"/>
    <dgm:cxn modelId="{32238C52-2DC6-4B17-87C0-321B52511C92}" type="presParOf" srcId="{50C97C96-71E8-4630-B4AF-B0A14A292103}" destId="{694EA999-A520-4AD7-BC8C-B271D6B261F5}" srcOrd="1" destOrd="0" presId="urn:microsoft.com/office/officeart/2005/8/layout/vList2"/>
    <dgm:cxn modelId="{122AA894-6AA4-44D3-8079-88DCB3D04749}" type="presParOf" srcId="{50C97C96-71E8-4630-B4AF-B0A14A292103}" destId="{E0062363-D630-4E4B-88E0-B4599F995C0C}" srcOrd="2" destOrd="0" presId="urn:microsoft.com/office/officeart/2005/8/layout/vList2"/>
    <dgm:cxn modelId="{73167877-8F3F-44BE-A5F8-974C71BBA19B}" type="presParOf" srcId="{50C97C96-71E8-4630-B4AF-B0A14A292103}" destId="{B9749A72-D765-40F0-A6FA-845B4AA8F1DD}" srcOrd="3" destOrd="0" presId="urn:microsoft.com/office/officeart/2005/8/layout/vList2"/>
    <dgm:cxn modelId="{1A7D24A3-E891-4536-AC78-E57DB6A354AA}" type="presParOf" srcId="{50C97C96-71E8-4630-B4AF-B0A14A292103}" destId="{C724E73D-ED94-4F6A-8D12-0E0B3E492446}" srcOrd="4" destOrd="0" presId="urn:microsoft.com/office/officeart/2005/8/layout/vList2"/>
    <dgm:cxn modelId="{0F9C4ADB-CE52-477B-9732-3DD7A294E711}" type="presParOf" srcId="{50C97C96-71E8-4630-B4AF-B0A14A292103}" destId="{DB00FAFC-F677-470B-AFF8-00DF431B23F2}" srcOrd="5" destOrd="0" presId="urn:microsoft.com/office/officeart/2005/8/layout/vList2"/>
    <dgm:cxn modelId="{6FB6905A-E634-4169-A2E1-A2466E5B8A91}" type="presParOf" srcId="{50C97C96-71E8-4630-B4AF-B0A14A292103}" destId="{99332128-7809-43DD-B592-D79196165A93}" srcOrd="6" destOrd="0" presId="urn:microsoft.com/office/officeart/2005/8/layout/vList2"/>
    <dgm:cxn modelId="{BB027E16-FDFE-497F-B0DB-C393725D1043}" type="presParOf" srcId="{50C97C96-71E8-4630-B4AF-B0A14A292103}" destId="{284F790F-B6B6-4A74-AAF9-488B002F7100}" srcOrd="7" destOrd="0" presId="urn:microsoft.com/office/officeart/2005/8/layout/vList2"/>
    <dgm:cxn modelId="{CA264544-2547-478B-936C-B92904333A28}" type="presParOf" srcId="{50C97C96-71E8-4630-B4AF-B0A14A292103}" destId="{7455ECC2-A88E-4D4E-AA20-738A025F9ACB}" srcOrd="8" destOrd="0" presId="urn:microsoft.com/office/officeart/2005/8/layout/vList2"/>
    <dgm:cxn modelId="{6E70D07F-F114-4C60-89B6-6D580942BE9C}" type="presParOf" srcId="{50C97C96-71E8-4630-B4AF-B0A14A292103}" destId="{E7ABDDBB-F2EB-44C9-85E4-A0F043267301}" srcOrd="9" destOrd="0" presId="urn:microsoft.com/office/officeart/2005/8/layout/vList2"/>
    <dgm:cxn modelId="{C187EA1D-3902-4473-A927-0F5DF083B259}" type="presParOf" srcId="{50C97C96-71E8-4630-B4AF-B0A14A292103}" destId="{229EAC5F-3AFC-46CF-B88B-B46404EDFA6E}" srcOrd="10" destOrd="0" presId="urn:microsoft.com/office/officeart/2005/8/layout/vList2"/>
    <dgm:cxn modelId="{39C207BE-1A80-4684-894F-59CD309872A8}" type="presParOf" srcId="{50C97C96-71E8-4630-B4AF-B0A14A292103}" destId="{A12D910E-F3C6-45EB-8260-6FC2C2A404C3}" srcOrd="1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EF9D98C-657E-450C-8C4B-A5023AB7EB9F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1EE3BF5D-57C0-475B-98A8-8D4C7E82BCFE}">
      <dgm:prSet/>
      <dgm:spPr/>
      <dgm:t>
        <a:bodyPr/>
        <a:lstStyle/>
        <a:p>
          <a:r>
            <a:rPr lang="en-US" b="1"/>
            <a:t>1. Categorization Capabilities</a:t>
          </a:r>
          <a:endParaRPr lang="en-US"/>
        </a:p>
      </dgm:t>
    </dgm:pt>
    <dgm:pt modelId="{182793A2-1C75-4AF5-AE2F-CAF982FBDC07}" type="parTrans" cxnId="{7BA723B0-CE3D-4D29-BD81-89DAC972B0C4}">
      <dgm:prSet/>
      <dgm:spPr/>
      <dgm:t>
        <a:bodyPr/>
        <a:lstStyle/>
        <a:p>
          <a:endParaRPr lang="en-US"/>
        </a:p>
      </dgm:t>
    </dgm:pt>
    <dgm:pt modelId="{7C78D995-D046-4389-ACE5-F8FF603D08F8}" type="sibTrans" cxnId="{7BA723B0-CE3D-4D29-BD81-89DAC972B0C4}">
      <dgm:prSet/>
      <dgm:spPr/>
      <dgm:t>
        <a:bodyPr/>
        <a:lstStyle/>
        <a:p>
          <a:endParaRPr lang="en-US"/>
        </a:p>
      </dgm:t>
    </dgm:pt>
    <dgm:pt modelId="{6A5D1D3B-60AD-4335-A51F-7C38CFFD34B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Ability to process and classify a bulk list of merchants in a single request.</a:t>
          </a:r>
        </a:p>
      </dgm:t>
    </dgm:pt>
    <dgm:pt modelId="{A390EED8-EABA-40FD-9852-AF8806CD758E}" type="parTrans" cxnId="{770A3E66-0B5A-45CC-BFED-1878835FDF62}">
      <dgm:prSet/>
      <dgm:spPr/>
      <dgm:t>
        <a:bodyPr/>
        <a:lstStyle/>
        <a:p>
          <a:endParaRPr lang="en-US"/>
        </a:p>
      </dgm:t>
    </dgm:pt>
    <dgm:pt modelId="{018182CA-A08D-4C52-9636-BCE4F4075BE4}" type="sibTrans" cxnId="{770A3E66-0B5A-45CC-BFED-1878835FDF62}">
      <dgm:prSet/>
      <dgm:spPr/>
      <dgm:t>
        <a:bodyPr/>
        <a:lstStyle/>
        <a:p>
          <a:endParaRPr lang="en-US"/>
        </a:p>
      </dgm:t>
    </dgm:pt>
    <dgm:pt modelId="{B514EBEE-8CE4-4FBB-82D2-1F435104BB3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Automatic classification into predefined business categories using AI.</a:t>
          </a:r>
        </a:p>
      </dgm:t>
    </dgm:pt>
    <dgm:pt modelId="{33830D24-C5E3-442A-BE2E-96EB7839B651}" type="parTrans" cxnId="{B66D4BA8-9539-4C11-846F-8A7F21B02DDF}">
      <dgm:prSet/>
      <dgm:spPr/>
      <dgm:t>
        <a:bodyPr/>
        <a:lstStyle/>
        <a:p>
          <a:endParaRPr lang="en-US"/>
        </a:p>
      </dgm:t>
    </dgm:pt>
    <dgm:pt modelId="{D4D8F1D2-C229-4CCD-AD1C-73DCF9D22442}" type="sibTrans" cxnId="{B66D4BA8-9539-4C11-846F-8A7F21B02DDF}">
      <dgm:prSet/>
      <dgm:spPr/>
      <dgm:t>
        <a:bodyPr/>
        <a:lstStyle/>
        <a:p>
          <a:endParaRPr lang="en-US"/>
        </a:p>
      </dgm:t>
    </dgm:pt>
    <dgm:pt modelId="{09108D58-44D4-459C-A41F-469A7F2C047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Support for multiple data attributes (merchant name, type, transaction history, etc.).</a:t>
          </a:r>
        </a:p>
      </dgm:t>
    </dgm:pt>
    <dgm:pt modelId="{C5374DCA-C36F-4046-B90B-9E2A41D9A17D}" type="parTrans" cxnId="{1A23DE9A-C258-4BCE-844F-6527E7C29324}">
      <dgm:prSet/>
      <dgm:spPr/>
      <dgm:t>
        <a:bodyPr/>
        <a:lstStyle/>
        <a:p>
          <a:endParaRPr lang="en-US"/>
        </a:p>
      </dgm:t>
    </dgm:pt>
    <dgm:pt modelId="{7785AD4A-F163-4A7A-A5CC-30CEC8D76A11}" type="sibTrans" cxnId="{1A23DE9A-C258-4BCE-844F-6527E7C29324}">
      <dgm:prSet/>
      <dgm:spPr/>
      <dgm:t>
        <a:bodyPr/>
        <a:lstStyle/>
        <a:p>
          <a:endParaRPr lang="en-US"/>
        </a:p>
      </dgm:t>
    </dgm:pt>
    <dgm:pt modelId="{2721D149-C6D0-4FC1-8F4C-E12776A9BC9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Fast response time (2–5 seconds) even for large volumes of merchants.</a:t>
          </a:r>
        </a:p>
      </dgm:t>
    </dgm:pt>
    <dgm:pt modelId="{D4500384-CC69-404C-B4FA-DE7CC9DCB44C}" type="parTrans" cxnId="{A3848992-7558-4DA8-B79A-F6C0BD9DD02B}">
      <dgm:prSet/>
      <dgm:spPr/>
      <dgm:t>
        <a:bodyPr/>
        <a:lstStyle/>
        <a:p>
          <a:endParaRPr lang="en-US"/>
        </a:p>
      </dgm:t>
    </dgm:pt>
    <dgm:pt modelId="{D17A059E-65C1-45B3-929C-71916246CBC4}" type="sibTrans" cxnId="{A3848992-7558-4DA8-B79A-F6C0BD9DD02B}">
      <dgm:prSet/>
      <dgm:spPr/>
      <dgm:t>
        <a:bodyPr/>
        <a:lstStyle/>
        <a:p>
          <a:endParaRPr lang="en-US"/>
        </a:p>
      </dgm:t>
    </dgm:pt>
    <dgm:pt modelId="{F96AB115-F4E4-4F09-A98C-0AA8E2774921}">
      <dgm:prSet/>
      <dgm:spPr/>
      <dgm:t>
        <a:bodyPr/>
        <a:lstStyle/>
        <a:p>
          <a:pPr>
            <a:buNone/>
          </a:pPr>
          <a:r>
            <a:rPr lang="en-US" b="1"/>
            <a:t>2. Review &amp; Update Capabilities</a:t>
          </a:r>
          <a:endParaRPr lang="en-US"/>
        </a:p>
      </dgm:t>
    </dgm:pt>
    <dgm:pt modelId="{CA9B061E-EA50-41C5-8E78-F97B1433600F}" type="parTrans" cxnId="{51F21B02-6BC9-48CB-8AA2-71278894A994}">
      <dgm:prSet/>
      <dgm:spPr/>
      <dgm:t>
        <a:bodyPr/>
        <a:lstStyle/>
        <a:p>
          <a:endParaRPr lang="en-US"/>
        </a:p>
      </dgm:t>
    </dgm:pt>
    <dgm:pt modelId="{6D7F12BE-6E64-447A-BB39-C47A42E13577}" type="sibTrans" cxnId="{51F21B02-6BC9-48CB-8AA2-71278894A994}">
      <dgm:prSet/>
      <dgm:spPr/>
      <dgm:t>
        <a:bodyPr/>
        <a:lstStyle/>
        <a:p>
          <a:endParaRPr lang="en-US"/>
        </a:p>
      </dgm:t>
    </dgm:pt>
    <dgm:pt modelId="{5F046D25-78F0-4F2A-B2C3-4B4EC07059F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Customers can review classification results directly through the digital channel.</a:t>
          </a:r>
        </a:p>
      </dgm:t>
    </dgm:pt>
    <dgm:pt modelId="{F154E7E2-5C50-46A3-88CE-625AB9B652D5}" type="parTrans" cxnId="{5AF90E8C-B722-423C-8229-7827D0046BAA}">
      <dgm:prSet/>
      <dgm:spPr/>
      <dgm:t>
        <a:bodyPr/>
        <a:lstStyle/>
        <a:p>
          <a:endParaRPr lang="en-US"/>
        </a:p>
      </dgm:t>
    </dgm:pt>
    <dgm:pt modelId="{A8CB8167-5A2D-4934-95A4-42BD1968E9D4}" type="sibTrans" cxnId="{5AF90E8C-B722-423C-8229-7827D0046BAA}">
      <dgm:prSet/>
      <dgm:spPr/>
      <dgm:t>
        <a:bodyPr/>
        <a:lstStyle/>
        <a:p>
          <a:endParaRPr lang="en-US"/>
        </a:p>
      </dgm:t>
    </dgm:pt>
    <dgm:pt modelId="{5A5B9EE9-7042-497F-B475-5457C141CA8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Option to modify or update incorrect classifications before final confirmation.</a:t>
          </a:r>
        </a:p>
      </dgm:t>
    </dgm:pt>
    <dgm:pt modelId="{5B72F198-282C-475B-8E66-91097C6B0F83}" type="parTrans" cxnId="{C38EB6C1-80CF-4E94-9108-AE66696F500C}">
      <dgm:prSet/>
      <dgm:spPr/>
      <dgm:t>
        <a:bodyPr/>
        <a:lstStyle/>
        <a:p>
          <a:endParaRPr lang="en-US"/>
        </a:p>
      </dgm:t>
    </dgm:pt>
    <dgm:pt modelId="{5262E3C7-677E-4B52-AA78-09879D93766E}" type="sibTrans" cxnId="{C38EB6C1-80CF-4E94-9108-AE66696F500C}">
      <dgm:prSet/>
      <dgm:spPr/>
      <dgm:t>
        <a:bodyPr/>
        <a:lstStyle/>
        <a:p>
          <a:endParaRPr lang="en-US"/>
        </a:p>
      </dgm:t>
    </dgm:pt>
    <dgm:pt modelId="{B60F4C6E-D533-4742-8448-34627BA10C5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Immediate reflection of updated classifications in the system.</a:t>
          </a:r>
        </a:p>
      </dgm:t>
    </dgm:pt>
    <dgm:pt modelId="{868F49FB-1604-4161-B74B-18D2560DB9E4}" type="parTrans" cxnId="{F043C2F2-5476-4B08-8879-34AD267737BD}">
      <dgm:prSet/>
      <dgm:spPr/>
      <dgm:t>
        <a:bodyPr/>
        <a:lstStyle/>
        <a:p>
          <a:endParaRPr lang="en-US"/>
        </a:p>
      </dgm:t>
    </dgm:pt>
    <dgm:pt modelId="{FF900FB0-6821-4412-B5C7-3BD0AF1A00BA}" type="sibTrans" cxnId="{F043C2F2-5476-4B08-8879-34AD267737BD}">
      <dgm:prSet/>
      <dgm:spPr/>
      <dgm:t>
        <a:bodyPr/>
        <a:lstStyle/>
        <a:p>
          <a:endParaRPr lang="en-US"/>
        </a:p>
      </dgm:t>
    </dgm:pt>
    <dgm:pt modelId="{CACDCD5F-439A-4EF5-AD77-1DEEC88DF6D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Clear audit trail of changes for monitoring and compliance.</a:t>
          </a:r>
        </a:p>
      </dgm:t>
    </dgm:pt>
    <dgm:pt modelId="{E479BC2F-3A6F-48D8-913B-9E71D3B2BB6C}" type="parTrans" cxnId="{10EEFD13-96C3-4FE5-834A-45AD052875A5}">
      <dgm:prSet/>
      <dgm:spPr/>
      <dgm:t>
        <a:bodyPr/>
        <a:lstStyle/>
        <a:p>
          <a:endParaRPr lang="en-US"/>
        </a:p>
      </dgm:t>
    </dgm:pt>
    <dgm:pt modelId="{B22AB0C8-2CB6-4205-9F2C-B1574C753613}" type="sibTrans" cxnId="{10EEFD13-96C3-4FE5-834A-45AD052875A5}">
      <dgm:prSet/>
      <dgm:spPr/>
      <dgm:t>
        <a:bodyPr/>
        <a:lstStyle/>
        <a:p>
          <a:endParaRPr lang="en-US"/>
        </a:p>
      </dgm:t>
    </dgm:pt>
    <dgm:pt modelId="{DDA014A2-8CA3-4721-8874-657558456F52}">
      <dgm:prSet/>
      <dgm:spPr/>
      <dgm:t>
        <a:bodyPr/>
        <a:lstStyle/>
        <a:p>
          <a:pPr>
            <a:buNone/>
          </a:pPr>
          <a:r>
            <a:rPr lang="en-US" b="1"/>
            <a:t>3. Integration &amp; Access</a:t>
          </a:r>
          <a:endParaRPr lang="en-US"/>
        </a:p>
      </dgm:t>
    </dgm:pt>
    <dgm:pt modelId="{940A9D93-4EDD-4F34-8E38-D2675414B76D}" type="parTrans" cxnId="{A8C7C5B8-9B38-4DAB-8E5F-B60BE715513C}">
      <dgm:prSet/>
      <dgm:spPr/>
      <dgm:t>
        <a:bodyPr/>
        <a:lstStyle/>
        <a:p>
          <a:endParaRPr lang="en-US"/>
        </a:p>
      </dgm:t>
    </dgm:pt>
    <dgm:pt modelId="{DCCA7D2A-F1AF-4C3E-80F7-EEEC9B7C4781}" type="sibTrans" cxnId="{A8C7C5B8-9B38-4DAB-8E5F-B60BE715513C}">
      <dgm:prSet/>
      <dgm:spPr/>
      <dgm:t>
        <a:bodyPr/>
        <a:lstStyle/>
        <a:p>
          <a:endParaRPr lang="en-US"/>
        </a:p>
      </dgm:t>
    </dgm:pt>
    <dgm:pt modelId="{6C42A636-8FC8-4808-86F9-C973DDE69AB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Unified and standardized API access via the API Marketplace.</a:t>
          </a:r>
        </a:p>
      </dgm:t>
    </dgm:pt>
    <dgm:pt modelId="{02B98C3A-6F9C-444E-A0FC-C2F36F0C4159}" type="parTrans" cxnId="{D14AD50A-72A6-45AE-BD15-CF70BC44354C}">
      <dgm:prSet/>
      <dgm:spPr/>
      <dgm:t>
        <a:bodyPr/>
        <a:lstStyle/>
        <a:p>
          <a:endParaRPr lang="en-US"/>
        </a:p>
      </dgm:t>
    </dgm:pt>
    <dgm:pt modelId="{00882587-AA7B-4C31-82BD-22596B9194F4}" type="sibTrans" cxnId="{D14AD50A-72A6-45AE-BD15-CF70BC44354C}">
      <dgm:prSet/>
      <dgm:spPr/>
      <dgm:t>
        <a:bodyPr/>
        <a:lstStyle/>
        <a:p>
          <a:endParaRPr lang="en-US"/>
        </a:p>
      </dgm:t>
    </dgm:pt>
    <dgm:pt modelId="{B6D46F74-CF54-40BA-AECD-499C843299F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Scalable architecture to handle increasing transaction volumes.</a:t>
          </a:r>
        </a:p>
      </dgm:t>
    </dgm:pt>
    <dgm:pt modelId="{4234794E-3136-48E1-B422-EC837EEB4156}" type="parTrans" cxnId="{916887C8-EF90-4F0E-AE61-420D3E8AF07C}">
      <dgm:prSet/>
      <dgm:spPr/>
      <dgm:t>
        <a:bodyPr/>
        <a:lstStyle/>
        <a:p>
          <a:endParaRPr lang="en-US"/>
        </a:p>
      </dgm:t>
    </dgm:pt>
    <dgm:pt modelId="{CEA9FFF6-73C2-410F-8AC2-3ABE0DADA063}" type="sibTrans" cxnId="{916887C8-EF90-4F0E-AE61-420D3E8AF07C}">
      <dgm:prSet/>
      <dgm:spPr/>
      <dgm:t>
        <a:bodyPr/>
        <a:lstStyle/>
        <a:p>
          <a:endParaRPr lang="en-US"/>
        </a:p>
      </dgm:t>
    </dgm:pt>
    <dgm:pt modelId="{CB4EE2E8-9BCA-4E45-BA79-A5FCA1AB63A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Consistent categorization logic across all subsidiaries.</a:t>
          </a:r>
        </a:p>
      </dgm:t>
    </dgm:pt>
    <dgm:pt modelId="{B9350F06-9230-4B8B-81AA-536B0C447517}" type="parTrans" cxnId="{3DA12755-58A7-43B9-857A-DC8820F495C0}">
      <dgm:prSet/>
      <dgm:spPr/>
      <dgm:t>
        <a:bodyPr/>
        <a:lstStyle/>
        <a:p>
          <a:endParaRPr lang="en-US"/>
        </a:p>
      </dgm:t>
    </dgm:pt>
    <dgm:pt modelId="{6CB383F6-E700-4C91-89FB-5175BA9D8D23}" type="sibTrans" cxnId="{3DA12755-58A7-43B9-857A-DC8820F495C0}">
      <dgm:prSet/>
      <dgm:spPr/>
      <dgm:t>
        <a:bodyPr/>
        <a:lstStyle/>
        <a:p>
          <a:endParaRPr lang="en-US"/>
        </a:p>
      </dgm:t>
    </dgm:pt>
    <dgm:pt modelId="{4F424CE5-E958-4AB7-AF98-030CFD1D8316}">
      <dgm:prSet/>
      <dgm:spPr/>
      <dgm:t>
        <a:bodyPr/>
        <a:lstStyle/>
        <a:p>
          <a:pPr>
            <a:buNone/>
          </a:pPr>
          <a:r>
            <a:rPr lang="en-US" b="1"/>
            <a:t>4. Reporting &amp; Notifications</a:t>
          </a:r>
          <a:endParaRPr lang="en-US"/>
        </a:p>
      </dgm:t>
    </dgm:pt>
    <dgm:pt modelId="{767BF3A8-07E4-427B-8690-6DE98C4D5FD7}" type="parTrans" cxnId="{40170A16-4C12-43ED-8771-E66C24930B9C}">
      <dgm:prSet/>
      <dgm:spPr/>
      <dgm:t>
        <a:bodyPr/>
        <a:lstStyle/>
        <a:p>
          <a:endParaRPr lang="en-US"/>
        </a:p>
      </dgm:t>
    </dgm:pt>
    <dgm:pt modelId="{0F41F0DD-2B43-4D5E-9A53-A7E8AFD2BF29}" type="sibTrans" cxnId="{40170A16-4C12-43ED-8771-E66C24930B9C}">
      <dgm:prSet/>
      <dgm:spPr/>
      <dgm:t>
        <a:bodyPr/>
        <a:lstStyle/>
        <a:p>
          <a:endParaRPr lang="en-US"/>
        </a:p>
      </dgm:t>
    </dgm:pt>
    <dgm:pt modelId="{80DFBAF4-56A2-4FCB-9750-FE4FCF89EE2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Real-time confirmation of categorization requests with unique reference IDs.</a:t>
          </a:r>
        </a:p>
      </dgm:t>
    </dgm:pt>
    <dgm:pt modelId="{10B4F65B-8EF2-40F2-B5A2-75A87FFE9455}" type="parTrans" cxnId="{E690943D-0246-4859-8C6F-8A6945985FFC}">
      <dgm:prSet/>
      <dgm:spPr/>
      <dgm:t>
        <a:bodyPr/>
        <a:lstStyle/>
        <a:p>
          <a:endParaRPr lang="en-US"/>
        </a:p>
      </dgm:t>
    </dgm:pt>
    <dgm:pt modelId="{C808F79B-D9B4-4893-A26C-C91C0126D341}" type="sibTrans" cxnId="{E690943D-0246-4859-8C6F-8A6945985FFC}">
      <dgm:prSet/>
      <dgm:spPr/>
      <dgm:t>
        <a:bodyPr/>
        <a:lstStyle/>
        <a:p>
          <a:endParaRPr lang="en-US"/>
        </a:p>
      </dgm:t>
    </dgm:pt>
    <dgm:pt modelId="{69AA0EFF-FFCA-499F-AD9D-979E75F190D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Status updates for bulk processing (in-progress, completed, or failed).</a:t>
          </a:r>
        </a:p>
      </dgm:t>
    </dgm:pt>
    <dgm:pt modelId="{C201A8E7-AEF9-4419-B762-65C9A8985E23}" type="parTrans" cxnId="{D7F60037-8F99-41DC-B180-75603961DDD8}">
      <dgm:prSet/>
      <dgm:spPr/>
      <dgm:t>
        <a:bodyPr/>
        <a:lstStyle/>
        <a:p>
          <a:endParaRPr lang="en-US"/>
        </a:p>
      </dgm:t>
    </dgm:pt>
    <dgm:pt modelId="{4C01C087-19E1-4D6C-9FEF-0D266F051473}" type="sibTrans" cxnId="{D7F60037-8F99-41DC-B180-75603961DDD8}">
      <dgm:prSet/>
      <dgm:spPr/>
      <dgm:t>
        <a:bodyPr/>
        <a:lstStyle/>
        <a:p>
          <a:endParaRPr lang="en-US"/>
        </a:p>
      </dgm:t>
    </dgm:pt>
    <dgm:pt modelId="{3A414D92-834C-4D08-9F9A-015A1266882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Exportable categorized merchant lists for business reporting.</a:t>
          </a:r>
        </a:p>
      </dgm:t>
    </dgm:pt>
    <dgm:pt modelId="{35E9CA33-87B5-4E80-9776-CED857F8AC7B}" type="parTrans" cxnId="{E37F0276-C84F-4AAD-B982-A3B34C8B226D}">
      <dgm:prSet/>
      <dgm:spPr/>
      <dgm:t>
        <a:bodyPr/>
        <a:lstStyle/>
        <a:p>
          <a:endParaRPr lang="en-US"/>
        </a:p>
      </dgm:t>
    </dgm:pt>
    <dgm:pt modelId="{7BF63314-DDA0-482B-ADE4-817CA3896082}" type="sibTrans" cxnId="{E37F0276-C84F-4AAD-B982-A3B34C8B226D}">
      <dgm:prSet/>
      <dgm:spPr/>
      <dgm:t>
        <a:bodyPr/>
        <a:lstStyle/>
        <a:p>
          <a:endParaRPr lang="en-US"/>
        </a:p>
      </dgm:t>
    </dgm:pt>
    <dgm:pt modelId="{EDC8F596-F5DC-449B-92EA-EA3D11EE7D1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Notifications and logs stored centrally for monitoring and analytics.</a:t>
          </a:r>
        </a:p>
      </dgm:t>
    </dgm:pt>
    <dgm:pt modelId="{6282F86E-2855-4814-9106-1CFB9AE3B53A}" type="parTrans" cxnId="{E7EA294A-50A7-41FA-86EF-55D9E728A8F2}">
      <dgm:prSet/>
      <dgm:spPr/>
      <dgm:t>
        <a:bodyPr/>
        <a:lstStyle/>
        <a:p>
          <a:endParaRPr lang="en-US"/>
        </a:p>
      </dgm:t>
    </dgm:pt>
    <dgm:pt modelId="{4E018D50-8EC4-4EC9-B61B-D4E3107EA049}" type="sibTrans" cxnId="{E7EA294A-50A7-41FA-86EF-55D9E728A8F2}">
      <dgm:prSet/>
      <dgm:spPr/>
      <dgm:t>
        <a:bodyPr/>
        <a:lstStyle/>
        <a:p>
          <a:endParaRPr lang="en-US"/>
        </a:p>
      </dgm:t>
    </dgm:pt>
    <dgm:pt modelId="{FD43BE27-A7CA-45A1-B74A-E840072B187C}" type="pres">
      <dgm:prSet presAssocID="{0EF9D98C-657E-450C-8C4B-A5023AB7EB9F}" presName="linear" presStyleCnt="0">
        <dgm:presLayoutVars>
          <dgm:animLvl val="lvl"/>
          <dgm:resizeHandles val="exact"/>
        </dgm:presLayoutVars>
      </dgm:prSet>
      <dgm:spPr/>
    </dgm:pt>
    <dgm:pt modelId="{BA6DAD1C-1660-4459-9C9E-9907219E4C4C}" type="pres">
      <dgm:prSet presAssocID="{1EE3BF5D-57C0-475B-98A8-8D4C7E82BCF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0E6B13B-46F5-4AB8-BA13-DD0ACC463DFA}" type="pres">
      <dgm:prSet presAssocID="{1EE3BF5D-57C0-475B-98A8-8D4C7E82BCFE}" presName="childText" presStyleLbl="revTx" presStyleIdx="0" presStyleCnt="4">
        <dgm:presLayoutVars>
          <dgm:bulletEnabled val="1"/>
        </dgm:presLayoutVars>
      </dgm:prSet>
      <dgm:spPr/>
    </dgm:pt>
    <dgm:pt modelId="{B14825AB-92C2-4213-B6FA-F854E2754A2D}" type="pres">
      <dgm:prSet presAssocID="{F96AB115-F4E4-4F09-A98C-0AA8E277492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0312CB1-34FE-4589-BE0B-FADDC10DF923}" type="pres">
      <dgm:prSet presAssocID="{F96AB115-F4E4-4F09-A98C-0AA8E2774921}" presName="childText" presStyleLbl="revTx" presStyleIdx="1" presStyleCnt="4">
        <dgm:presLayoutVars>
          <dgm:bulletEnabled val="1"/>
        </dgm:presLayoutVars>
      </dgm:prSet>
      <dgm:spPr/>
    </dgm:pt>
    <dgm:pt modelId="{F9250CF6-26A7-4398-B1C9-4FFAAA54074C}" type="pres">
      <dgm:prSet presAssocID="{DDA014A2-8CA3-4721-8874-657558456F5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4688589-1D45-4448-B040-AB313B9B9AA2}" type="pres">
      <dgm:prSet presAssocID="{DDA014A2-8CA3-4721-8874-657558456F52}" presName="childText" presStyleLbl="revTx" presStyleIdx="2" presStyleCnt="4">
        <dgm:presLayoutVars>
          <dgm:bulletEnabled val="1"/>
        </dgm:presLayoutVars>
      </dgm:prSet>
      <dgm:spPr/>
    </dgm:pt>
    <dgm:pt modelId="{576F9BDD-A5AD-4672-A3E4-9F8750C00018}" type="pres">
      <dgm:prSet presAssocID="{4F424CE5-E958-4AB7-AF98-030CFD1D8316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3A25E5E-D91A-41B2-8348-8526ED285F4C}" type="pres">
      <dgm:prSet presAssocID="{4F424CE5-E958-4AB7-AF98-030CFD1D8316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51F21B02-6BC9-48CB-8AA2-71278894A994}" srcId="{0EF9D98C-657E-450C-8C4B-A5023AB7EB9F}" destId="{F96AB115-F4E4-4F09-A98C-0AA8E2774921}" srcOrd="1" destOrd="0" parTransId="{CA9B061E-EA50-41C5-8E78-F97B1433600F}" sibTransId="{6D7F12BE-6E64-447A-BB39-C47A42E13577}"/>
    <dgm:cxn modelId="{0710EF05-1E37-4BC3-B252-6E4FBEF60587}" type="presOf" srcId="{0EF9D98C-657E-450C-8C4B-A5023AB7EB9F}" destId="{FD43BE27-A7CA-45A1-B74A-E840072B187C}" srcOrd="0" destOrd="0" presId="urn:microsoft.com/office/officeart/2005/8/layout/vList2"/>
    <dgm:cxn modelId="{D14AD50A-72A6-45AE-BD15-CF70BC44354C}" srcId="{DDA014A2-8CA3-4721-8874-657558456F52}" destId="{6C42A636-8FC8-4808-86F9-C973DDE69ABA}" srcOrd="0" destOrd="0" parTransId="{02B98C3A-6F9C-444E-A0FC-C2F36F0C4159}" sibTransId="{00882587-AA7B-4C31-82BD-22596B9194F4}"/>
    <dgm:cxn modelId="{88E4E60E-9970-450A-A2EC-D0401281D5EB}" type="presOf" srcId="{B6D46F74-CF54-40BA-AECD-499C843299F7}" destId="{A4688589-1D45-4448-B040-AB313B9B9AA2}" srcOrd="0" destOrd="1" presId="urn:microsoft.com/office/officeart/2005/8/layout/vList2"/>
    <dgm:cxn modelId="{10EEFD13-96C3-4FE5-834A-45AD052875A5}" srcId="{F96AB115-F4E4-4F09-A98C-0AA8E2774921}" destId="{CACDCD5F-439A-4EF5-AD77-1DEEC88DF6D6}" srcOrd="3" destOrd="0" parTransId="{E479BC2F-3A6F-48D8-913B-9E71D3B2BB6C}" sibTransId="{B22AB0C8-2CB6-4205-9F2C-B1574C753613}"/>
    <dgm:cxn modelId="{40170A16-4C12-43ED-8771-E66C24930B9C}" srcId="{0EF9D98C-657E-450C-8C4B-A5023AB7EB9F}" destId="{4F424CE5-E958-4AB7-AF98-030CFD1D8316}" srcOrd="3" destOrd="0" parTransId="{767BF3A8-07E4-427B-8690-6DE98C4D5FD7}" sibTransId="{0F41F0DD-2B43-4D5E-9A53-A7E8AFD2BF29}"/>
    <dgm:cxn modelId="{6C306C19-EBC3-4F01-9F92-B44E66CBAF44}" type="presOf" srcId="{09108D58-44D4-459C-A41F-469A7F2C0478}" destId="{A0E6B13B-46F5-4AB8-BA13-DD0ACC463DFA}" srcOrd="0" destOrd="2" presId="urn:microsoft.com/office/officeart/2005/8/layout/vList2"/>
    <dgm:cxn modelId="{5ABBF434-3EAF-485E-A516-A14E1976BB79}" type="presOf" srcId="{80DFBAF4-56A2-4FCB-9750-FE4FCF89EE29}" destId="{F3A25E5E-D91A-41B2-8348-8526ED285F4C}" srcOrd="0" destOrd="0" presId="urn:microsoft.com/office/officeart/2005/8/layout/vList2"/>
    <dgm:cxn modelId="{D7F60037-8F99-41DC-B180-75603961DDD8}" srcId="{4F424CE5-E958-4AB7-AF98-030CFD1D8316}" destId="{69AA0EFF-FFCA-499F-AD9D-979E75F190D2}" srcOrd="1" destOrd="0" parTransId="{C201A8E7-AEF9-4419-B762-65C9A8985E23}" sibTransId="{4C01C087-19E1-4D6C-9FEF-0D266F051473}"/>
    <dgm:cxn modelId="{E690943D-0246-4859-8C6F-8A6945985FFC}" srcId="{4F424CE5-E958-4AB7-AF98-030CFD1D8316}" destId="{80DFBAF4-56A2-4FCB-9750-FE4FCF89EE29}" srcOrd="0" destOrd="0" parTransId="{10B4F65B-8EF2-40F2-B5A2-75A87FFE9455}" sibTransId="{C808F79B-D9B4-4893-A26C-C91C0126D341}"/>
    <dgm:cxn modelId="{150CDA3E-2106-44B5-8963-0014F2254C16}" type="presOf" srcId="{6A5D1D3B-60AD-4335-A51F-7C38CFFD34BB}" destId="{A0E6B13B-46F5-4AB8-BA13-DD0ACC463DFA}" srcOrd="0" destOrd="0" presId="urn:microsoft.com/office/officeart/2005/8/layout/vList2"/>
    <dgm:cxn modelId="{770A3E66-0B5A-45CC-BFED-1878835FDF62}" srcId="{1EE3BF5D-57C0-475B-98A8-8D4C7E82BCFE}" destId="{6A5D1D3B-60AD-4335-A51F-7C38CFFD34BB}" srcOrd="0" destOrd="0" parTransId="{A390EED8-EABA-40FD-9852-AF8806CD758E}" sibTransId="{018182CA-A08D-4C52-9636-BCE4F4075BE4}"/>
    <dgm:cxn modelId="{D7104246-D563-4406-9221-A352D026C90D}" type="presOf" srcId="{F96AB115-F4E4-4F09-A98C-0AA8E2774921}" destId="{B14825AB-92C2-4213-B6FA-F854E2754A2D}" srcOrd="0" destOrd="0" presId="urn:microsoft.com/office/officeart/2005/8/layout/vList2"/>
    <dgm:cxn modelId="{E7EA294A-50A7-41FA-86EF-55D9E728A8F2}" srcId="{4F424CE5-E958-4AB7-AF98-030CFD1D8316}" destId="{EDC8F596-F5DC-449B-92EA-EA3D11EE7D18}" srcOrd="3" destOrd="0" parTransId="{6282F86E-2855-4814-9106-1CFB9AE3B53A}" sibTransId="{4E018D50-8EC4-4EC9-B61B-D4E3107EA049}"/>
    <dgm:cxn modelId="{A5D26050-88B2-4087-BB01-17941E42E521}" type="presOf" srcId="{B60F4C6E-D533-4742-8448-34627BA10C52}" destId="{C0312CB1-34FE-4589-BE0B-FADDC10DF923}" srcOrd="0" destOrd="2" presId="urn:microsoft.com/office/officeart/2005/8/layout/vList2"/>
    <dgm:cxn modelId="{3DA12755-58A7-43B9-857A-DC8820F495C0}" srcId="{DDA014A2-8CA3-4721-8874-657558456F52}" destId="{CB4EE2E8-9BCA-4E45-BA79-A5FCA1AB63A6}" srcOrd="2" destOrd="0" parTransId="{B9350F06-9230-4B8B-81AA-536B0C447517}" sibTransId="{6CB383F6-E700-4C91-89FB-5175BA9D8D23}"/>
    <dgm:cxn modelId="{8F4DFE75-8B15-435C-B9A7-512069258014}" type="presOf" srcId="{5A5B9EE9-7042-497F-B475-5457C141CA82}" destId="{C0312CB1-34FE-4589-BE0B-FADDC10DF923}" srcOrd="0" destOrd="1" presId="urn:microsoft.com/office/officeart/2005/8/layout/vList2"/>
    <dgm:cxn modelId="{E37F0276-C84F-4AAD-B982-A3B34C8B226D}" srcId="{4F424CE5-E958-4AB7-AF98-030CFD1D8316}" destId="{3A414D92-834C-4D08-9F9A-015A1266882F}" srcOrd="2" destOrd="0" parTransId="{35E9CA33-87B5-4E80-9776-CED857F8AC7B}" sibTransId="{7BF63314-DDA0-482B-ADE4-817CA3896082}"/>
    <dgm:cxn modelId="{59110477-4829-4823-A954-D3E0AAFFAAE6}" type="presOf" srcId="{69AA0EFF-FFCA-499F-AD9D-979E75F190D2}" destId="{F3A25E5E-D91A-41B2-8348-8526ED285F4C}" srcOrd="0" destOrd="1" presId="urn:microsoft.com/office/officeart/2005/8/layout/vList2"/>
    <dgm:cxn modelId="{32DAB177-8557-4CE5-818C-560481A03D89}" type="presOf" srcId="{2721D149-C6D0-4FC1-8F4C-E12776A9BC9D}" destId="{A0E6B13B-46F5-4AB8-BA13-DD0ACC463DFA}" srcOrd="0" destOrd="3" presId="urn:microsoft.com/office/officeart/2005/8/layout/vList2"/>
    <dgm:cxn modelId="{7472BE79-D193-4A9A-8103-C76E8ECA7BD2}" type="presOf" srcId="{CACDCD5F-439A-4EF5-AD77-1DEEC88DF6D6}" destId="{C0312CB1-34FE-4589-BE0B-FADDC10DF923}" srcOrd="0" destOrd="3" presId="urn:microsoft.com/office/officeart/2005/8/layout/vList2"/>
    <dgm:cxn modelId="{5AF90E8C-B722-423C-8229-7827D0046BAA}" srcId="{F96AB115-F4E4-4F09-A98C-0AA8E2774921}" destId="{5F046D25-78F0-4F2A-B2C3-4B4EC07059F5}" srcOrd="0" destOrd="0" parTransId="{F154E7E2-5C50-46A3-88CE-625AB9B652D5}" sibTransId="{A8CB8167-5A2D-4934-95A4-42BD1968E9D4}"/>
    <dgm:cxn modelId="{7FE56B92-9BC1-4D01-9FB3-E9B8F23DED43}" type="presOf" srcId="{EDC8F596-F5DC-449B-92EA-EA3D11EE7D18}" destId="{F3A25E5E-D91A-41B2-8348-8526ED285F4C}" srcOrd="0" destOrd="3" presId="urn:microsoft.com/office/officeart/2005/8/layout/vList2"/>
    <dgm:cxn modelId="{A3848992-7558-4DA8-B79A-F6C0BD9DD02B}" srcId="{1EE3BF5D-57C0-475B-98A8-8D4C7E82BCFE}" destId="{2721D149-C6D0-4FC1-8F4C-E12776A9BC9D}" srcOrd="3" destOrd="0" parTransId="{D4500384-CC69-404C-B4FA-DE7CC9DCB44C}" sibTransId="{D17A059E-65C1-45B3-929C-71916246CBC4}"/>
    <dgm:cxn modelId="{74A82F95-997F-4860-9269-D18E38B4B44C}" type="presOf" srcId="{1EE3BF5D-57C0-475B-98A8-8D4C7E82BCFE}" destId="{BA6DAD1C-1660-4459-9C9E-9907219E4C4C}" srcOrd="0" destOrd="0" presId="urn:microsoft.com/office/officeart/2005/8/layout/vList2"/>
    <dgm:cxn modelId="{130E8397-ED60-401A-A3DC-7B5ABE054E0A}" type="presOf" srcId="{DDA014A2-8CA3-4721-8874-657558456F52}" destId="{F9250CF6-26A7-4398-B1C9-4FFAAA54074C}" srcOrd="0" destOrd="0" presId="urn:microsoft.com/office/officeart/2005/8/layout/vList2"/>
    <dgm:cxn modelId="{1A23DE9A-C258-4BCE-844F-6527E7C29324}" srcId="{1EE3BF5D-57C0-475B-98A8-8D4C7E82BCFE}" destId="{09108D58-44D4-459C-A41F-469A7F2C0478}" srcOrd="2" destOrd="0" parTransId="{C5374DCA-C36F-4046-B90B-9E2A41D9A17D}" sibTransId="{7785AD4A-F163-4A7A-A5CC-30CEC8D76A11}"/>
    <dgm:cxn modelId="{0C3D8A9D-5979-425C-84A8-2005C12C1210}" type="presOf" srcId="{B514EBEE-8CE4-4FBB-82D2-1F435104BB3E}" destId="{A0E6B13B-46F5-4AB8-BA13-DD0ACC463DFA}" srcOrd="0" destOrd="1" presId="urn:microsoft.com/office/officeart/2005/8/layout/vList2"/>
    <dgm:cxn modelId="{B66D4BA8-9539-4C11-846F-8A7F21B02DDF}" srcId="{1EE3BF5D-57C0-475B-98A8-8D4C7E82BCFE}" destId="{B514EBEE-8CE4-4FBB-82D2-1F435104BB3E}" srcOrd="1" destOrd="0" parTransId="{33830D24-C5E3-442A-BE2E-96EB7839B651}" sibTransId="{D4D8F1D2-C229-4CCD-AD1C-73DCF9D22442}"/>
    <dgm:cxn modelId="{7BA723B0-CE3D-4D29-BD81-89DAC972B0C4}" srcId="{0EF9D98C-657E-450C-8C4B-A5023AB7EB9F}" destId="{1EE3BF5D-57C0-475B-98A8-8D4C7E82BCFE}" srcOrd="0" destOrd="0" parTransId="{182793A2-1C75-4AF5-AE2F-CAF982FBDC07}" sibTransId="{7C78D995-D046-4389-ACE5-F8FF603D08F8}"/>
    <dgm:cxn modelId="{530A8DB7-E139-4E1F-A671-AE8FD62DD3F9}" type="presOf" srcId="{4F424CE5-E958-4AB7-AF98-030CFD1D8316}" destId="{576F9BDD-A5AD-4672-A3E4-9F8750C00018}" srcOrd="0" destOrd="0" presId="urn:microsoft.com/office/officeart/2005/8/layout/vList2"/>
    <dgm:cxn modelId="{A8C7C5B8-9B38-4DAB-8E5F-B60BE715513C}" srcId="{0EF9D98C-657E-450C-8C4B-A5023AB7EB9F}" destId="{DDA014A2-8CA3-4721-8874-657558456F52}" srcOrd="2" destOrd="0" parTransId="{940A9D93-4EDD-4F34-8E38-D2675414B76D}" sibTransId="{DCCA7D2A-F1AF-4C3E-80F7-EEEC9B7C4781}"/>
    <dgm:cxn modelId="{4EFF52BE-F01F-4D82-B67C-A9224B693185}" type="presOf" srcId="{6C42A636-8FC8-4808-86F9-C973DDE69ABA}" destId="{A4688589-1D45-4448-B040-AB313B9B9AA2}" srcOrd="0" destOrd="0" presId="urn:microsoft.com/office/officeart/2005/8/layout/vList2"/>
    <dgm:cxn modelId="{C38EB6C1-80CF-4E94-9108-AE66696F500C}" srcId="{F96AB115-F4E4-4F09-A98C-0AA8E2774921}" destId="{5A5B9EE9-7042-497F-B475-5457C141CA82}" srcOrd="1" destOrd="0" parTransId="{5B72F198-282C-475B-8E66-91097C6B0F83}" sibTransId="{5262E3C7-677E-4B52-AA78-09879D93766E}"/>
    <dgm:cxn modelId="{916887C8-EF90-4F0E-AE61-420D3E8AF07C}" srcId="{DDA014A2-8CA3-4721-8874-657558456F52}" destId="{B6D46F74-CF54-40BA-AECD-499C843299F7}" srcOrd="1" destOrd="0" parTransId="{4234794E-3136-48E1-B422-EC837EEB4156}" sibTransId="{CEA9FFF6-73C2-410F-8AC2-3ABE0DADA063}"/>
    <dgm:cxn modelId="{0706EFC8-BC78-4AAC-99C0-D65F16675A2A}" type="presOf" srcId="{CB4EE2E8-9BCA-4E45-BA79-A5FCA1AB63A6}" destId="{A4688589-1D45-4448-B040-AB313B9B9AA2}" srcOrd="0" destOrd="2" presId="urn:microsoft.com/office/officeart/2005/8/layout/vList2"/>
    <dgm:cxn modelId="{51B99BE7-95E5-4C7F-A184-0FF961582202}" type="presOf" srcId="{5F046D25-78F0-4F2A-B2C3-4B4EC07059F5}" destId="{C0312CB1-34FE-4589-BE0B-FADDC10DF923}" srcOrd="0" destOrd="0" presId="urn:microsoft.com/office/officeart/2005/8/layout/vList2"/>
    <dgm:cxn modelId="{F043C2F2-5476-4B08-8879-34AD267737BD}" srcId="{F96AB115-F4E4-4F09-A98C-0AA8E2774921}" destId="{B60F4C6E-D533-4742-8448-34627BA10C52}" srcOrd="2" destOrd="0" parTransId="{868F49FB-1604-4161-B74B-18D2560DB9E4}" sibTransId="{FF900FB0-6821-4412-B5C7-3BD0AF1A00BA}"/>
    <dgm:cxn modelId="{F037D8F6-D05A-4B82-9EE3-9DF110D33427}" type="presOf" srcId="{3A414D92-834C-4D08-9F9A-015A1266882F}" destId="{F3A25E5E-D91A-41B2-8348-8526ED285F4C}" srcOrd="0" destOrd="2" presId="urn:microsoft.com/office/officeart/2005/8/layout/vList2"/>
    <dgm:cxn modelId="{615EF534-6ABE-42E1-AE82-E24D530A8F1E}" type="presParOf" srcId="{FD43BE27-A7CA-45A1-B74A-E840072B187C}" destId="{BA6DAD1C-1660-4459-9C9E-9907219E4C4C}" srcOrd="0" destOrd="0" presId="urn:microsoft.com/office/officeart/2005/8/layout/vList2"/>
    <dgm:cxn modelId="{B9786422-9B76-4E58-A6CD-1AE6FB3CBF26}" type="presParOf" srcId="{FD43BE27-A7CA-45A1-B74A-E840072B187C}" destId="{A0E6B13B-46F5-4AB8-BA13-DD0ACC463DFA}" srcOrd="1" destOrd="0" presId="urn:microsoft.com/office/officeart/2005/8/layout/vList2"/>
    <dgm:cxn modelId="{89206010-16BD-4770-AAE8-9C4D3B46590F}" type="presParOf" srcId="{FD43BE27-A7CA-45A1-B74A-E840072B187C}" destId="{B14825AB-92C2-4213-B6FA-F854E2754A2D}" srcOrd="2" destOrd="0" presId="urn:microsoft.com/office/officeart/2005/8/layout/vList2"/>
    <dgm:cxn modelId="{E193DE05-5901-49D2-A26B-57CEECCC9B42}" type="presParOf" srcId="{FD43BE27-A7CA-45A1-B74A-E840072B187C}" destId="{C0312CB1-34FE-4589-BE0B-FADDC10DF923}" srcOrd="3" destOrd="0" presId="urn:microsoft.com/office/officeart/2005/8/layout/vList2"/>
    <dgm:cxn modelId="{37872526-B85F-4994-B00A-4D44D0EA50AF}" type="presParOf" srcId="{FD43BE27-A7CA-45A1-B74A-E840072B187C}" destId="{F9250CF6-26A7-4398-B1C9-4FFAAA54074C}" srcOrd="4" destOrd="0" presId="urn:microsoft.com/office/officeart/2005/8/layout/vList2"/>
    <dgm:cxn modelId="{178F91E9-A1B9-4796-B132-CF8022499B1A}" type="presParOf" srcId="{FD43BE27-A7CA-45A1-B74A-E840072B187C}" destId="{A4688589-1D45-4448-B040-AB313B9B9AA2}" srcOrd="5" destOrd="0" presId="urn:microsoft.com/office/officeart/2005/8/layout/vList2"/>
    <dgm:cxn modelId="{9527EAA2-D018-487F-AD82-622F632DF6A2}" type="presParOf" srcId="{FD43BE27-A7CA-45A1-B74A-E840072B187C}" destId="{576F9BDD-A5AD-4672-A3E4-9F8750C00018}" srcOrd="6" destOrd="0" presId="urn:microsoft.com/office/officeart/2005/8/layout/vList2"/>
    <dgm:cxn modelId="{E66515B4-CBD6-48C1-83A8-DC2FFC37238E}" type="presParOf" srcId="{FD43BE27-A7CA-45A1-B74A-E840072B187C}" destId="{F3A25E5E-D91A-41B2-8348-8526ED285F4C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4F502E-D750-458A-B2A7-9015A86FB47B}" type="doc">
      <dgm:prSet loTypeId="urn:microsoft.com/office/officeart/2005/8/layout/hProcess4" loCatId="process" qsTypeId="urn:microsoft.com/office/officeart/2005/8/quickstyle/simple5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91B3AB94-29D7-438B-902A-85CE5695D0B2}">
      <dgm:prSet phldrT="[Text]" custT="1"/>
      <dgm:spPr/>
      <dgm:t>
        <a:bodyPr/>
        <a:lstStyle/>
        <a:p>
          <a:r>
            <a:rPr lang="en-US" sz="1900" b="1" dirty="0"/>
            <a:t>Customer</a:t>
          </a:r>
        </a:p>
      </dgm:t>
    </dgm:pt>
    <dgm:pt modelId="{EC809687-FB97-44B9-AE8A-322D278FF32B}" type="parTrans" cxnId="{525CAA86-0F42-4607-9F04-781ADD105966}">
      <dgm:prSet/>
      <dgm:spPr/>
      <dgm:t>
        <a:bodyPr/>
        <a:lstStyle/>
        <a:p>
          <a:endParaRPr lang="en-US"/>
        </a:p>
      </dgm:t>
    </dgm:pt>
    <dgm:pt modelId="{7171AC41-9301-4C7D-8282-6BD447374FDD}" type="sibTrans" cxnId="{525CAA86-0F42-4607-9F04-781ADD105966}">
      <dgm:prSet/>
      <dgm:spPr/>
      <dgm:t>
        <a:bodyPr/>
        <a:lstStyle/>
        <a:p>
          <a:endParaRPr lang="en-US"/>
        </a:p>
      </dgm:t>
    </dgm:pt>
    <dgm:pt modelId="{FF465A6A-DA1C-4716-921A-B645C38149F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Submit bulk categorization request</a:t>
          </a:r>
        </a:p>
      </dgm:t>
    </dgm:pt>
    <dgm:pt modelId="{701C1FED-751A-4AC1-BB6C-163D0B86AAE1}" type="parTrans" cxnId="{6B39D261-047B-4689-89FD-66477942DD8E}">
      <dgm:prSet/>
      <dgm:spPr/>
      <dgm:t>
        <a:bodyPr/>
        <a:lstStyle/>
        <a:p>
          <a:endParaRPr lang="en-US"/>
        </a:p>
      </dgm:t>
    </dgm:pt>
    <dgm:pt modelId="{E08D0923-A096-4ECA-89BE-AE96EF6D2363}" type="sibTrans" cxnId="{6B39D261-047B-4689-89FD-66477942DD8E}">
      <dgm:prSet/>
      <dgm:spPr/>
      <dgm:t>
        <a:bodyPr/>
        <a:lstStyle/>
        <a:p>
          <a:endParaRPr lang="en-US"/>
        </a:p>
      </dgm:t>
    </dgm:pt>
    <dgm:pt modelId="{B95789FC-F10A-4F1B-9989-2DDDB0C89D7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Review results</a:t>
          </a:r>
        </a:p>
      </dgm:t>
    </dgm:pt>
    <dgm:pt modelId="{465892B4-0BF0-4971-8B77-C4DB894B6417}" type="parTrans" cxnId="{F1CC5E9A-EE83-49E4-83BE-601A6A820BA0}">
      <dgm:prSet/>
      <dgm:spPr/>
      <dgm:t>
        <a:bodyPr/>
        <a:lstStyle/>
        <a:p>
          <a:endParaRPr lang="en-US"/>
        </a:p>
      </dgm:t>
    </dgm:pt>
    <dgm:pt modelId="{D95FDBB6-6C2D-4CD1-991A-AD93492CBFFB}" type="sibTrans" cxnId="{F1CC5E9A-EE83-49E4-83BE-601A6A820BA0}">
      <dgm:prSet/>
      <dgm:spPr/>
      <dgm:t>
        <a:bodyPr/>
        <a:lstStyle/>
        <a:p>
          <a:endParaRPr lang="en-US"/>
        </a:p>
      </dgm:t>
    </dgm:pt>
    <dgm:pt modelId="{DDDEF578-A46B-4926-AA89-74DF90389B8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Update classifications if needed</a:t>
          </a:r>
        </a:p>
      </dgm:t>
    </dgm:pt>
    <dgm:pt modelId="{8EC5F0E9-147C-4B05-AE29-392711D5B01F}" type="parTrans" cxnId="{954A6A74-324D-4920-8DBF-AE0B239B0442}">
      <dgm:prSet/>
      <dgm:spPr/>
      <dgm:t>
        <a:bodyPr/>
        <a:lstStyle/>
        <a:p>
          <a:endParaRPr lang="en-US"/>
        </a:p>
      </dgm:t>
    </dgm:pt>
    <dgm:pt modelId="{E6A1EA87-2FC3-4655-9B35-3C9E49093381}" type="sibTrans" cxnId="{954A6A74-324D-4920-8DBF-AE0B239B0442}">
      <dgm:prSet/>
      <dgm:spPr/>
      <dgm:t>
        <a:bodyPr/>
        <a:lstStyle/>
        <a:p>
          <a:endParaRPr lang="en-US"/>
        </a:p>
      </dgm:t>
    </dgm:pt>
    <dgm:pt modelId="{DD0A9295-C573-4C2F-8962-869DF727F0F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Forward request to API Marketplace</a:t>
          </a:r>
        </a:p>
      </dgm:t>
    </dgm:pt>
    <dgm:pt modelId="{157E5D6A-EF38-4896-BA16-548B9F192DE4}" type="parTrans" cxnId="{E9F01916-D078-4AD4-9159-98BF57B81AA2}">
      <dgm:prSet/>
      <dgm:spPr/>
      <dgm:t>
        <a:bodyPr/>
        <a:lstStyle/>
        <a:p>
          <a:endParaRPr lang="en-US"/>
        </a:p>
      </dgm:t>
    </dgm:pt>
    <dgm:pt modelId="{8271F4F1-752E-430A-AFBC-F2E0629843AA}" type="sibTrans" cxnId="{E9F01916-D078-4AD4-9159-98BF57B81AA2}">
      <dgm:prSet/>
      <dgm:spPr/>
      <dgm:t>
        <a:bodyPr/>
        <a:lstStyle/>
        <a:p>
          <a:endParaRPr lang="en-US"/>
        </a:p>
      </dgm:t>
    </dgm:pt>
    <dgm:pt modelId="{53216FAD-EA21-4655-BE68-4E985F05441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Display results to customer</a:t>
          </a:r>
        </a:p>
      </dgm:t>
    </dgm:pt>
    <dgm:pt modelId="{89180C0E-308F-4ADA-9F90-D8AD1E7E6E48}" type="parTrans" cxnId="{19527679-B7BF-4FDF-B52F-21EC848C9F68}">
      <dgm:prSet/>
      <dgm:spPr/>
      <dgm:t>
        <a:bodyPr/>
        <a:lstStyle/>
        <a:p>
          <a:endParaRPr lang="en-US"/>
        </a:p>
      </dgm:t>
    </dgm:pt>
    <dgm:pt modelId="{07669BBA-E2E3-49B7-BC7A-167211E62945}" type="sibTrans" cxnId="{19527679-B7BF-4FDF-B52F-21EC848C9F68}">
      <dgm:prSet/>
      <dgm:spPr/>
      <dgm:t>
        <a:bodyPr/>
        <a:lstStyle/>
        <a:p>
          <a:endParaRPr lang="en-US"/>
        </a:p>
      </dgm:t>
    </dgm:pt>
    <dgm:pt modelId="{A808C46E-A0B5-41DD-8534-B6C65EBCDD45}">
      <dgm:prSet/>
      <dgm:spPr/>
      <dgm:t>
        <a:bodyPr/>
        <a:lstStyle/>
        <a:p>
          <a:pPr>
            <a:buNone/>
          </a:pPr>
          <a:r>
            <a:rPr lang="en-US" b="1" dirty="0"/>
            <a:t>API Marketplace</a:t>
          </a:r>
          <a:endParaRPr lang="en-US" dirty="0"/>
        </a:p>
      </dgm:t>
    </dgm:pt>
    <dgm:pt modelId="{1B00EAC1-F721-4318-9490-95724FA556E3}" type="parTrans" cxnId="{75090BE8-C166-4D68-BBC9-5DFDE22FA7A2}">
      <dgm:prSet/>
      <dgm:spPr/>
      <dgm:t>
        <a:bodyPr/>
        <a:lstStyle/>
        <a:p>
          <a:endParaRPr lang="en-US"/>
        </a:p>
      </dgm:t>
    </dgm:pt>
    <dgm:pt modelId="{88E5519F-5E1C-41B5-836F-A863765F3D44}" type="sibTrans" cxnId="{75090BE8-C166-4D68-BBC9-5DFDE22FA7A2}">
      <dgm:prSet/>
      <dgm:spPr/>
      <dgm:t>
        <a:bodyPr/>
        <a:lstStyle/>
        <a:p>
          <a:endParaRPr lang="en-US"/>
        </a:p>
      </dgm:t>
    </dgm:pt>
    <dgm:pt modelId="{8869043B-68C2-4E37-9E7B-ADE4F869325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Validate &amp; secure request</a:t>
          </a:r>
        </a:p>
      </dgm:t>
    </dgm:pt>
    <dgm:pt modelId="{89C43282-07E3-496C-BEF7-5275EEDFBD72}" type="parTrans" cxnId="{481591F9-F148-4FA2-8AC5-A72AB28CAF0F}">
      <dgm:prSet/>
      <dgm:spPr/>
      <dgm:t>
        <a:bodyPr/>
        <a:lstStyle/>
        <a:p>
          <a:endParaRPr lang="en-US"/>
        </a:p>
      </dgm:t>
    </dgm:pt>
    <dgm:pt modelId="{90E2216F-425C-4902-A679-2CDA36DC4A14}" type="sibTrans" cxnId="{481591F9-F148-4FA2-8AC5-A72AB28CAF0F}">
      <dgm:prSet/>
      <dgm:spPr/>
      <dgm:t>
        <a:bodyPr/>
        <a:lstStyle/>
        <a:p>
          <a:endParaRPr lang="en-US"/>
        </a:p>
      </dgm:t>
    </dgm:pt>
    <dgm:pt modelId="{174FE395-E1EE-4C9A-B353-7D0CB0BA337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Route to Categorization Provider</a:t>
          </a:r>
        </a:p>
      </dgm:t>
    </dgm:pt>
    <dgm:pt modelId="{734DF411-17F5-422C-AA2F-197E0A66C409}" type="parTrans" cxnId="{7CBC9D5D-911F-4FF2-9D80-1FAF5288EB46}">
      <dgm:prSet/>
      <dgm:spPr/>
      <dgm:t>
        <a:bodyPr/>
        <a:lstStyle/>
        <a:p>
          <a:endParaRPr lang="en-US"/>
        </a:p>
      </dgm:t>
    </dgm:pt>
    <dgm:pt modelId="{C162197E-B037-4A23-B33D-90EF314B1994}" type="sibTrans" cxnId="{7CBC9D5D-911F-4FF2-9D80-1FAF5288EB46}">
      <dgm:prSet/>
      <dgm:spPr/>
      <dgm:t>
        <a:bodyPr/>
        <a:lstStyle/>
        <a:p>
          <a:endParaRPr lang="en-US"/>
        </a:p>
      </dgm:t>
    </dgm:pt>
    <dgm:pt modelId="{E30A1649-CD90-4F57-8CBC-207A16A4B02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Return results to subsidiary</a:t>
          </a:r>
        </a:p>
      </dgm:t>
    </dgm:pt>
    <dgm:pt modelId="{8D09646D-C05D-4022-84D4-EC1EBB2249CB}" type="parTrans" cxnId="{C7A24763-FB83-4D6D-94C5-AAC38D9EC118}">
      <dgm:prSet/>
      <dgm:spPr/>
      <dgm:t>
        <a:bodyPr/>
        <a:lstStyle/>
        <a:p>
          <a:endParaRPr lang="en-US"/>
        </a:p>
      </dgm:t>
    </dgm:pt>
    <dgm:pt modelId="{2D740B6E-E26F-456C-97B4-C32AEAFA9984}" type="sibTrans" cxnId="{C7A24763-FB83-4D6D-94C5-AAC38D9EC118}">
      <dgm:prSet/>
      <dgm:spPr/>
      <dgm:t>
        <a:bodyPr/>
        <a:lstStyle/>
        <a:p>
          <a:endParaRPr lang="en-US"/>
        </a:p>
      </dgm:t>
    </dgm:pt>
    <dgm:pt modelId="{50F75FFE-CF4E-4453-A97C-4733EA51BD58}">
      <dgm:prSet/>
      <dgm:spPr/>
      <dgm:t>
        <a:bodyPr/>
        <a:lstStyle/>
        <a:p>
          <a:pPr>
            <a:buNone/>
          </a:pPr>
          <a:r>
            <a:rPr lang="en-US" b="1" dirty="0"/>
            <a:t>Provider</a:t>
          </a:r>
          <a:endParaRPr lang="en-US" dirty="0"/>
        </a:p>
      </dgm:t>
    </dgm:pt>
    <dgm:pt modelId="{6EE58C85-16AF-45FD-A139-423D0A30DB97}" type="parTrans" cxnId="{12F7CFD7-5EFA-43A5-93AF-4559C5D44F1B}">
      <dgm:prSet/>
      <dgm:spPr/>
      <dgm:t>
        <a:bodyPr/>
        <a:lstStyle/>
        <a:p>
          <a:endParaRPr lang="en-US"/>
        </a:p>
      </dgm:t>
    </dgm:pt>
    <dgm:pt modelId="{1B9E57A6-DE5A-49F5-BC29-76429F34CA75}" type="sibTrans" cxnId="{12F7CFD7-5EFA-43A5-93AF-4559C5D44F1B}">
      <dgm:prSet/>
      <dgm:spPr/>
      <dgm:t>
        <a:bodyPr/>
        <a:lstStyle/>
        <a:p>
          <a:endParaRPr lang="en-US"/>
        </a:p>
      </dgm:t>
    </dgm:pt>
    <dgm:pt modelId="{D921039F-FFB7-400D-AC26-1C3CB2D091F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Process merchant list with AI</a:t>
          </a:r>
        </a:p>
      </dgm:t>
    </dgm:pt>
    <dgm:pt modelId="{2EFB58C9-81B5-402F-9511-A2623A30C3EF}" type="parTrans" cxnId="{BFB3D966-110F-4D7F-BD50-FF5024B67D49}">
      <dgm:prSet/>
      <dgm:spPr/>
      <dgm:t>
        <a:bodyPr/>
        <a:lstStyle/>
        <a:p>
          <a:endParaRPr lang="en-US"/>
        </a:p>
      </dgm:t>
    </dgm:pt>
    <dgm:pt modelId="{66129829-B773-4107-9F31-03053F5E16D6}" type="sibTrans" cxnId="{BFB3D966-110F-4D7F-BD50-FF5024B67D49}">
      <dgm:prSet/>
      <dgm:spPr/>
      <dgm:t>
        <a:bodyPr/>
        <a:lstStyle/>
        <a:p>
          <a:endParaRPr lang="en-US"/>
        </a:p>
      </dgm:t>
    </dgm:pt>
    <dgm:pt modelId="{1AE678F5-486F-4EC6-92C4-CC1251BC4DC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Generate categorized results</a:t>
          </a:r>
        </a:p>
      </dgm:t>
    </dgm:pt>
    <dgm:pt modelId="{01539183-572D-4179-B328-D709D99094F7}" type="parTrans" cxnId="{23321FAD-11C1-40B8-9FFA-0E0D2E92B076}">
      <dgm:prSet/>
      <dgm:spPr/>
      <dgm:t>
        <a:bodyPr/>
        <a:lstStyle/>
        <a:p>
          <a:endParaRPr lang="en-US"/>
        </a:p>
      </dgm:t>
    </dgm:pt>
    <dgm:pt modelId="{BA0B183C-29E8-47DD-897D-DA9813758107}" type="sibTrans" cxnId="{23321FAD-11C1-40B8-9FFA-0E0D2E92B076}">
      <dgm:prSet/>
      <dgm:spPr/>
      <dgm:t>
        <a:bodyPr/>
        <a:lstStyle/>
        <a:p>
          <a:endParaRPr lang="en-US"/>
        </a:p>
      </dgm:t>
    </dgm:pt>
    <dgm:pt modelId="{02A4D183-5364-4E3B-B0D0-38EC3D83B4C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Send results back to Marketplace</a:t>
          </a:r>
        </a:p>
      </dgm:t>
    </dgm:pt>
    <dgm:pt modelId="{05A969D2-D1B3-4DF0-AC05-B7F023F9271B}" type="parTrans" cxnId="{9875CBFB-053C-4ECD-A3BA-E34105F04A5D}">
      <dgm:prSet/>
      <dgm:spPr/>
      <dgm:t>
        <a:bodyPr/>
        <a:lstStyle/>
        <a:p>
          <a:endParaRPr lang="en-US"/>
        </a:p>
      </dgm:t>
    </dgm:pt>
    <dgm:pt modelId="{9C86A9FB-CFFB-4C33-ADD6-4BFC6C90F9E7}" type="sibTrans" cxnId="{9875CBFB-053C-4ECD-A3BA-E34105F04A5D}">
      <dgm:prSet/>
      <dgm:spPr/>
      <dgm:t>
        <a:bodyPr/>
        <a:lstStyle/>
        <a:p>
          <a:endParaRPr lang="en-US"/>
        </a:p>
      </dgm:t>
    </dgm:pt>
    <dgm:pt modelId="{57F55093-BDC8-4F24-A832-E08BFC0573DD}">
      <dgm:prSet/>
      <dgm:spPr/>
      <dgm:t>
        <a:bodyPr/>
        <a:lstStyle/>
        <a:p>
          <a:pPr>
            <a:buNone/>
          </a:pPr>
          <a:r>
            <a:rPr lang="en-US" b="1" dirty="0"/>
            <a:t>Consumer </a:t>
          </a:r>
          <a:endParaRPr lang="en-US" dirty="0"/>
        </a:p>
      </dgm:t>
    </dgm:pt>
    <dgm:pt modelId="{F1C9FE93-51EB-4DB2-A2D5-5587CF17355B}" type="sibTrans" cxnId="{3D97E7AB-64B2-4D88-B385-F665D957DAB8}">
      <dgm:prSet/>
      <dgm:spPr/>
      <dgm:t>
        <a:bodyPr/>
        <a:lstStyle/>
        <a:p>
          <a:endParaRPr lang="en-US"/>
        </a:p>
      </dgm:t>
    </dgm:pt>
    <dgm:pt modelId="{5DD5AF87-B89F-490E-9311-4CF1BF0E2E4E}" type="parTrans" cxnId="{3D97E7AB-64B2-4D88-B385-F665D957DAB8}">
      <dgm:prSet/>
      <dgm:spPr/>
      <dgm:t>
        <a:bodyPr/>
        <a:lstStyle/>
        <a:p>
          <a:endParaRPr lang="en-US"/>
        </a:p>
      </dgm:t>
    </dgm:pt>
    <dgm:pt modelId="{EA90ADB8-6EFC-48EA-9840-5B52F354059E}">
      <dgm:prSet/>
      <dgm:spPr/>
      <dgm:t>
        <a:bodyPr/>
        <a:lstStyle/>
        <a:p>
          <a:pPr>
            <a:buNone/>
          </a:pPr>
          <a:r>
            <a:rPr lang="en-US" dirty="0"/>
            <a:t>Provide digital channel interface</a:t>
          </a:r>
        </a:p>
      </dgm:t>
    </dgm:pt>
    <dgm:pt modelId="{16117386-26CA-452A-9A4C-FF4938D4F08F}" type="parTrans" cxnId="{0E43DE88-CC80-4578-B876-DFA412F0958F}">
      <dgm:prSet/>
      <dgm:spPr/>
      <dgm:t>
        <a:bodyPr/>
        <a:lstStyle/>
        <a:p>
          <a:endParaRPr lang="en-US"/>
        </a:p>
      </dgm:t>
    </dgm:pt>
    <dgm:pt modelId="{8BB348BE-D7C6-4DB9-B005-A1D913190838}" type="sibTrans" cxnId="{0E43DE88-CC80-4578-B876-DFA412F0958F}">
      <dgm:prSet/>
      <dgm:spPr/>
      <dgm:t>
        <a:bodyPr/>
        <a:lstStyle/>
        <a:p>
          <a:endParaRPr lang="en-US"/>
        </a:p>
      </dgm:t>
    </dgm:pt>
    <dgm:pt modelId="{A3992970-2499-4C1F-94F9-C8386737C544}" type="pres">
      <dgm:prSet presAssocID="{C04F502E-D750-458A-B2A7-9015A86FB47B}" presName="Name0" presStyleCnt="0">
        <dgm:presLayoutVars>
          <dgm:dir/>
          <dgm:animLvl val="lvl"/>
          <dgm:resizeHandles val="exact"/>
        </dgm:presLayoutVars>
      </dgm:prSet>
      <dgm:spPr/>
    </dgm:pt>
    <dgm:pt modelId="{05534CFA-02CC-411C-876D-522692714482}" type="pres">
      <dgm:prSet presAssocID="{C04F502E-D750-458A-B2A7-9015A86FB47B}" presName="tSp" presStyleCnt="0"/>
      <dgm:spPr/>
    </dgm:pt>
    <dgm:pt modelId="{6E06F414-28A5-4930-9AC2-2F23C05D0F53}" type="pres">
      <dgm:prSet presAssocID="{C04F502E-D750-458A-B2A7-9015A86FB47B}" presName="bSp" presStyleCnt="0"/>
      <dgm:spPr/>
    </dgm:pt>
    <dgm:pt modelId="{D255C9F6-2350-46EA-A80D-DC73B271301C}" type="pres">
      <dgm:prSet presAssocID="{C04F502E-D750-458A-B2A7-9015A86FB47B}" presName="process" presStyleCnt="0"/>
      <dgm:spPr/>
    </dgm:pt>
    <dgm:pt modelId="{E8D7DE7F-5867-4B6A-988F-77BFF96C6AD5}" type="pres">
      <dgm:prSet presAssocID="{91B3AB94-29D7-438B-902A-85CE5695D0B2}" presName="composite1" presStyleCnt="0"/>
      <dgm:spPr/>
    </dgm:pt>
    <dgm:pt modelId="{B4DB3537-3307-452E-B3F4-5DA113C6F516}" type="pres">
      <dgm:prSet presAssocID="{91B3AB94-29D7-438B-902A-85CE5695D0B2}" presName="dummyNode1" presStyleLbl="node1" presStyleIdx="0" presStyleCnt="4"/>
      <dgm:spPr/>
    </dgm:pt>
    <dgm:pt modelId="{46E5AF8F-0847-494C-AA71-A176D5178433}" type="pres">
      <dgm:prSet presAssocID="{91B3AB94-29D7-438B-902A-85CE5695D0B2}" presName="childNode1" presStyleLbl="bgAcc1" presStyleIdx="0" presStyleCnt="4">
        <dgm:presLayoutVars>
          <dgm:bulletEnabled val="1"/>
        </dgm:presLayoutVars>
      </dgm:prSet>
      <dgm:spPr/>
    </dgm:pt>
    <dgm:pt modelId="{E3D626AF-B302-4F9C-8471-4FBEB6A53E27}" type="pres">
      <dgm:prSet presAssocID="{91B3AB94-29D7-438B-902A-85CE5695D0B2}" presName="childNode1tx" presStyleLbl="bgAcc1" presStyleIdx="0" presStyleCnt="4">
        <dgm:presLayoutVars>
          <dgm:bulletEnabled val="1"/>
        </dgm:presLayoutVars>
      </dgm:prSet>
      <dgm:spPr/>
    </dgm:pt>
    <dgm:pt modelId="{A457DDCB-9B6B-4B9C-8C95-D5DCE83FCB2A}" type="pres">
      <dgm:prSet presAssocID="{91B3AB94-29D7-438B-902A-85CE5695D0B2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FB712912-8806-467B-B2B3-EC4FAA920B51}" type="pres">
      <dgm:prSet presAssocID="{91B3AB94-29D7-438B-902A-85CE5695D0B2}" presName="connSite1" presStyleCnt="0"/>
      <dgm:spPr/>
    </dgm:pt>
    <dgm:pt modelId="{88169E99-5EE0-4617-B24C-0095538F4F70}" type="pres">
      <dgm:prSet presAssocID="{7171AC41-9301-4C7D-8282-6BD447374FDD}" presName="Name9" presStyleLbl="sibTrans2D1" presStyleIdx="0" presStyleCnt="3"/>
      <dgm:spPr/>
    </dgm:pt>
    <dgm:pt modelId="{AE07C6F2-E761-4488-8662-C19E2FFBD24F}" type="pres">
      <dgm:prSet presAssocID="{57F55093-BDC8-4F24-A832-E08BFC0573DD}" presName="composite2" presStyleCnt="0"/>
      <dgm:spPr/>
    </dgm:pt>
    <dgm:pt modelId="{B582025B-FE4C-42DD-B891-31BDC1488E2F}" type="pres">
      <dgm:prSet presAssocID="{57F55093-BDC8-4F24-A832-E08BFC0573DD}" presName="dummyNode2" presStyleLbl="node1" presStyleIdx="0" presStyleCnt="4"/>
      <dgm:spPr/>
    </dgm:pt>
    <dgm:pt modelId="{2462B0EA-90AF-40AB-8B83-CFFCE9FBBE8E}" type="pres">
      <dgm:prSet presAssocID="{57F55093-BDC8-4F24-A832-E08BFC0573DD}" presName="childNode2" presStyleLbl="bgAcc1" presStyleIdx="1" presStyleCnt="4">
        <dgm:presLayoutVars>
          <dgm:bulletEnabled val="1"/>
        </dgm:presLayoutVars>
      </dgm:prSet>
      <dgm:spPr/>
    </dgm:pt>
    <dgm:pt modelId="{2401DBE5-E199-4E2C-A110-D831797EDF12}" type="pres">
      <dgm:prSet presAssocID="{57F55093-BDC8-4F24-A832-E08BFC0573DD}" presName="childNode2tx" presStyleLbl="bgAcc1" presStyleIdx="1" presStyleCnt="4">
        <dgm:presLayoutVars>
          <dgm:bulletEnabled val="1"/>
        </dgm:presLayoutVars>
      </dgm:prSet>
      <dgm:spPr/>
    </dgm:pt>
    <dgm:pt modelId="{FD6CACAE-AFC9-4D62-A177-C0F192B41982}" type="pres">
      <dgm:prSet presAssocID="{57F55093-BDC8-4F24-A832-E08BFC0573DD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01289522-ECF0-4377-A86A-AAFB1C92A2BB}" type="pres">
      <dgm:prSet presAssocID="{57F55093-BDC8-4F24-A832-E08BFC0573DD}" presName="connSite2" presStyleCnt="0"/>
      <dgm:spPr/>
    </dgm:pt>
    <dgm:pt modelId="{29ADC309-410E-46AA-932B-5A268F21DB92}" type="pres">
      <dgm:prSet presAssocID="{F1C9FE93-51EB-4DB2-A2D5-5587CF17355B}" presName="Name18" presStyleLbl="sibTrans2D1" presStyleIdx="1" presStyleCnt="3"/>
      <dgm:spPr/>
    </dgm:pt>
    <dgm:pt modelId="{D9692A54-AD6C-4770-BAE0-4D3632A44D54}" type="pres">
      <dgm:prSet presAssocID="{A808C46E-A0B5-41DD-8534-B6C65EBCDD45}" presName="composite1" presStyleCnt="0"/>
      <dgm:spPr/>
    </dgm:pt>
    <dgm:pt modelId="{CFE60230-F3E2-48D6-9AA6-ACEE96EA47D9}" type="pres">
      <dgm:prSet presAssocID="{A808C46E-A0B5-41DD-8534-B6C65EBCDD45}" presName="dummyNode1" presStyleLbl="node1" presStyleIdx="1" presStyleCnt="4"/>
      <dgm:spPr/>
    </dgm:pt>
    <dgm:pt modelId="{9A88D5ED-EBF6-43BD-8E9A-8E1BB51BB98E}" type="pres">
      <dgm:prSet presAssocID="{A808C46E-A0B5-41DD-8534-B6C65EBCDD45}" presName="childNode1" presStyleLbl="bgAcc1" presStyleIdx="2" presStyleCnt="4">
        <dgm:presLayoutVars>
          <dgm:bulletEnabled val="1"/>
        </dgm:presLayoutVars>
      </dgm:prSet>
      <dgm:spPr/>
    </dgm:pt>
    <dgm:pt modelId="{DF9F235F-3349-4477-B7D9-322D25FC9F91}" type="pres">
      <dgm:prSet presAssocID="{A808C46E-A0B5-41DD-8534-B6C65EBCDD45}" presName="childNode1tx" presStyleLbl="bgAcc1" presStyleIdx="2" presStyleCnt="4">
        <dgm:presLayoutVars>
          <dgm:bulletEnabled val="1"/>
        </dgm:presLayoutVars>
      </dgm:prSet>
      <dgm:spPr/>
    </dgm:pt>
    <dgm:pt modelId="{A851D836-9AE9-436C-AA13-964BD3D4CC87}" type="pres">
      <dgm:prSet presAssocID="{A808C46E-A0B5-41DD-8534-B6C65EBCDD45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1DA94911-3E84-4290-A2E1-E17799C01408}" type="pres">
      <dgm:prSet presAssocID="{A808C46E-A0B5-41DD-8534-B6C65EBCDD45}" presName="connSite1" presStyleCnt="0"/>
      <dgm:spPr/>
    </dgm:pt>
    <dgm:pt modelId="{36A352EB-4C22-4555-8BC1-539D356215B1}" type="pres">
      <dgm:prSet presAssocID="{88E5519F-5E1C-41B5-836F-A863765F3D44}" presName="Name9" presStyleLbl="sibTrans2D1" presStyleIdx="2" presStyleCnt="3"/>
      <dgm:spPr/>
    </dgm:pt>
    <dgm:pt modelId="{06D4EDD1-4CDA-445E-8A63-6840D19B8CBB}" type="pres">
      <dgm:prSet presAssocID="{50F75FFE-CF4E-4453-A97C-4733EA51BD58}" presName="composite2" presStyleCnt="0"/>
      <dgm:spPr/>
    </dgm:pt>
    <dgm:pt modelId="{7EBC2F4D-ECDF-4A7D-B720-7C1E94078385}" type="pres">
      <dgm:prSet presAssocID="{50F75FFE-CF4E-4453-A97C-4733EA51BD58}" presName="dummyNode2" presStyleLbl="node1" presStyleIdx="2" presStyleCnt="4"/>
      <dgm:spPr/>
    </dgm:pt>
    <dgm:pt modelId="{16032D1D-D55C-4EC7-B377-45D87E0F42B6}" type="pres">
      <dgm:prSet presAssocID="{50F75FFE-CF4E-4453-A97C-4733EA51BD58}" presName="childNode2" presStyleLbl="bgAcc1" presStyleIdx="3" presStyleCnt="4">
        <dgm:presLayoutVars>
          <dgm:bulletEnabled val="1"/>
        </dgm:presLayoutVars>
      </dgm:prSet>
      <dgm:spPr/>
    </dgm:pt>
    <dgm:pt modelId="{79C39A79-E2DD-4211-ABB9-D4F00B393A70}" type="pres">
      <dgm:prSet presAssocID="{50F75FFE-CF4E-4453-A97C-4733EA51BD58}" presName="childNode2tx" presStyleLbl="bgAcc1" presStyleIdx="3" presStyleCnt="4">
        <dgm:presLayoutVars>
          <dgm:bulletEnabled val="1"/>
        </dgm:presLayoutVars>
      </dgm:prSet>
      <dgm:spPr/>
    </dgm:pt>
    <dgm:pt modelId="{936A1CE4-D992-45CD-8D23-A2856DA9583D}" type="pres">
      <dgm:prSet presAssocID="{50F75FFE-CF4E-4453-A97C-4733EA51BD58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1102F444-9011-4B12-B3CD-0DF886890019}" type="pres">
      <dgm:prSet presAssocID="{50F75FFE-CF4E-4453-A97C-4733EA51BD58}" presName="connSite2" presStyleCnt="0"/>
      <dgm:spPr/>
    </dgm:pt>
  </dgm:ptLst>
  <dgm:cxnLst>
    <dgm:cxn modelId="{0BCC8B00-65A2-4E35-A3B2-DC9B3416A2CD}" type="presOf" srcId="{1AE678F5-486F-4EC6-92C4-CC1251BC4DC7}" destId="{16032D1D-D55C-4EC7-B377-45D87E0F42B6}" srcOrd="0" destOrd="1" presId="urn:microsoft.com/office/officeart/2005/8/layout/hProcess4"/>
    <dgm:cxn modelId="{CA3A9D0D-ACC9-4D98-8B35-6F690BE7B1D9}" type="presOf" srcId="{88E5519F-5E1C-41B5-836F-A863765F3D44}" destId="{36A352EB-4C22-4555-8BC1-539D356215B1}" srcOrd="0" destOrd="0" presId="urn:microsoft.com/office/officeart/2005/8/layout/hProcess4"/>
    <dgm:cxn modelId="{E9F01916-D078-4AD4-9159-98BF57B81AA2}" srcId="{57F55093-BDC8-4F24-A832-E08BFC0573DD}" destId="{DD0A9295-C573-4C2F-8962-869DF727F0FE}" srcOrd="1" destOrd="0" parTransId="{157E5D6A-EF38-4896-BA16-548B9F192DE4}" sibTransId="{8271F4F1-752E-430A-AFBC-F2E0629843AA}"/>
    <dgm:cxn modelId="{36968722-B4D4-42D0-A22E-85E9210580A9}" type="presOf" srcId="{53216FAD-EA21-4655-BE68-4E985F05441F}" destId="{2401DBE5-E199-4E2C-A110-D831797EDF12}" srcOrd="1" destOrd="2" presId="urn:microsoft.com/office/officeart/2005/8/layout/hProcess4"/>
    <dgm:cxn modelId="{B9821B2D-A992-4184-8532-504EB3956561}" type="presOf" srcId="{8869043B-68C2-4E37-9E7B-ADE4F8693259}" destId="{DF9F235F-3349-4477-B7D9-322D25FC9F91}" srcOrd="1" destOrd="0" presId="urn:microsoft.com/office/officeart/2005/8/layout/hProcess4"/>
    <dgm:cxn modelId="{A7B42032-980E-4AB2-B95F-D8238AE6A3CC}" type="presOf" srcId="{F1C9FE93-51EB-4DB2-A2D5-5587CF17355B}" destId="{29ADC309-410E-46AA-932B-5A268F21DB92}" srcOrd="0" destOrd="0" presId="urn:microsoft.com/office/officeart/2005/8/layout/hProcess4"/>
    <dgm:cxn modelId="{AE767638-E672-4059-B476-9C81ED5B7F50}" type="presOf" srcId="{EA90ADB8-6EFC-48EA-9840-5B52F354059E}" destId="{2401DBE5-E199-4E2C-A110-D831797EDF12}" srcOrd="1" destOrd="0" presId="urn:microsoft.com/office/officeart/2005/8/layout/hProcess4"/>
    <dgm:cxn modelId="{325BEE3A-E1C2-43A3-A9B8-66F4D2C152B7}" type="presOf" srcId="{53216FAD-EA21-4655-BE68-4E985F05441F}" destId="{2462B0EA-90AF-40AB-8B83-CFFCE9FBBE8E}" srcOrd="0" destOrd="2" presId="urn:microsoft.com/office/officeart/2005/8/layout/hProcess4"/>
    <dgm:cxn modelId="{BE593C3C-9E59-4524-8538-462216C23175}" type="presOf" srcId="{02A4D183-5364-4E3B-B0D0-38EC3D83B4CB}" destId="{79C39A79-E2DD-4211-ABB9-D4F00B393A70}" srcOrd="1" destOrd="2" presId="urn:microsoft.com/office/officeart/2005/8/layout/hProcess4"/>
    <dgm:cxn modelId="{EB7FD440-2664-4695-A134-FD70A566975A}" type="presOf" srcId="{E30A1649-CD90-4F57-8CBC-207A16A4B029}" destId="{DF9F235F-3349-4477-B7D9-322D25FC9F91}" srcOrd="1" destOrd="2" presId="urn:microsoft.com/office/officeart/2005/8/layout/hProcess4"/>
    <dgm:cxn modelId="{7CBC9D5D-911F-4FF2-9D80-1FAF5288EB46}" srcId="{A808C46E-A0B5-41DD-8534-B6C65EBCDD45}" destId="{174FE395-E1EE-4C9A-B353-7D0CB0BA3372}" srcOrd="1" destOrd="0" parTransId="{734DF411-17F5-422C-AA2F-197E0A66C409}" sibTransId="{C162197E-B037-4A23-B33D-90EF314B1994}"/>
    <dgm:cxn modelId="{3551515E-F110-46B9-B5B2-9EC544FFAB29}" type="presOf" srcId="{DDDEF578-A46B-4926-AA89-74DF90389B86}" destId="{E3D626AF-B302-4F9C-8471-4FBEB6A53E27}" srcOrd="1" destOrd="2" presId="urn:microsoft.com/office/officeart/2005/8/layout/hProcess4"/>
    <dgm:cxn modelId="{F3CE1A61-12DC-4DBE-9559-81A2D629D1D1}" type="presOf" srcId="{E30A1649-CD90-4F57-8CBC-207A16A4B029}" destId="{9A88D5ED-EBF6-43BD-8E9A-8E1BB51BB98E}" srcOrd="0" destOrd="2" presId="urn:microsoft.com/office/officeart/2005/8/layout/hProcess4"/>
    <dgm:cxn modelId="{6B39D261-047B-4689-89FD-66477942DD8E}" srcId="{91B3AB94-29D7-438B-902A-85CE5695D0B2}" destId="{FF465A6A-DA1C-4716-921A-B645C38149F1}" srcOrd="0" destOrd="0" parTransId="{701C1FED-751A-4AC1-BB6C-163D0B86AAE1}" sibTransId="{E08D0923-A096-4ECA-89BE-AE96EF6D2363}"/>
    <dgm:cxn modelId="{1F77CC62-DCC7-4C05-9CE9-463151CCAF28}" type="presOf" srcId="{DDDEF578-A46B-4926-AA89-74DF90389B86}" destId="{46E5AF8F-0847-494C-AA71-A176D5178433}" srcOrd="0" destOrd="2" presId="urn:microsoft.com/office/officeart/2005/8/layout/hProcess4"/>
    <dgm:cxn modelId="{C7A24763-FB83-4D6D-94C5-AAC38D9EC118}" srcId="{A808C46E-A0B5-41DD-8534-B6C65EBCDD45}" destId="{E30A1649-CD90-4F57-8CBC-207A16A4B029}" srcOrd="2" destOrd="0" parTransId="{8D09646D-C05D-4022-84D4-EC1EBB2249CB}" sibTransId="{2D740B6E-E26F-456C-97B4-C32AEAFA9984}"/>
    <dgm:cxn modelId="{78730A45-269E-46C7-97D5-96F934B4F6B1}" type="presOf" srcId="{7171AC41-9301-4C7D-8282-6BD447374FDD}" destId="{88169E99-5EE0-4617-B24C-0095538F4F70}" srcOrd="0" destOrd="0" presId="urn:microsoft.com/office/officeart/2005/8/layout/hProcess4"/>
    <dgm:cxn modelId="{28896D45-D6D6-49FC-868B-BF1CF812C60C}" type="presOf" srcId="{FF465A6A-DA1C-4716-921A-B645C38149F1}" destId="{E3D626AF-B302-4F9C-8471-4FBEB6A53E27}" srcOrd="1" destOrd="0" presId="urn:microsoft.com/office/officeart/2005/8/layout/hProcess4"/>
    <dgm:cxn modelId="{BFB3D966-110F-4D7F-BD50-FF5024B67D49}" srcId="{50F75FFE-CF4E-4453-A97C-4733EA51BD58}" destId="{D921039F-FFB7-400D-AC26-1C3CB2D091F4}" srcOrd="0" destOrd="0" parTransId="{2EFB58C9-81B5-402F-9511-A2623A30C3EF}" sibTransId="{66129829-B773-4107-9F31-03053F5E16D6}"/>
    <dgm:cxn modelId="{7CD9034B-D48F-45D7-91B0-B43EA8822961}" type="presOf" srcId="{C04F502E-D750-458A-B2A7-9015A86FB47B}" destId="{A3992970-2499-4C1F-94F9-C8386737C544}" srcOrd="0" destOrd="0" presId="urn:microsoft.com/office/officeart/2005/8/layout/hProcess4"/>
    <dgm:cxn modelId="{CAD0206E-FC52-4D34-8143-BCBDF5168B7D}" type="presOf" srcId="{B95789FC-F10A-4F1B-9989-2DDDB0C89D7D}" destId="{E3D626AF-B302-4F9C-8471-4FBEB6A53E27}" srcOrd="1" destOrd="1" presId="urn:microsoft.com/office/officeart/2005/8/layout/hProcess4"/>
    <dgm:cxn modelId="{FA210C50-5961-41B3-9104-2392389A8627}" type="presOf" srcId="{8869043B-68C2-4E37-9E7B-ADE4F8693259}" destId="{9A88D5ED-EBF6-43BD-8E9A-8E1BB51BB98E}" srcOrd="0" destOrd="0" presId="urn:microsoft.com/office/officeart/2005/8/layout/hProcess4"/>
    <dgm:cxn modelId="{954A6A74-324D-4920-8DBF-AE0B239B0442}" srcId="{91B3AB94-29D7-438B-902A-85CE5695D0B2}" destId="{DDDEF578-A46B-4926-AA89-74DF90389B86}" srcOrd="2" destOrd="0" parTransId="{8EC5F0E9-147C-4B05-AE29-392711D5B01F}" sibTransId="{E6A1EA87-2FC3-4655-9B35-3C9E49093381}"/>
    <dgm:cxn modelId="{84D08578-6E03-48BC-A64B-6EF14B1569C9}" type="presOf" srcId="{DD0A9295-C573-4C2F-8962-869DF727F0FE}" destId="{2462B0EA-90AF-40AB-8B83-CFFCE9FBBE8E}" srcOrd="0" destOrd="1" presId="urn:microsoft.com/office/officeart/2005/8/layout/hProcess4"/>
    <dgm:cxn modelId="{19527679-B7BF-4FDF-B52F-21EC848C9F68}" srcId="{57F55093-BDC8-4F24-A832-E08BFC0573DD}" destId="{53216FAD-EA21-4655-BE68-4E985F05441F}" srcOrd="2" destOrd="0" parTransId="{89180C0E-308F-4ADA-9F90-D8AD1E7E6E48}" sibTransId="{07669BBA-E2E3-49B7-BC7A-167211E62945}"/>
    <dgm:cxn modelId="{9BD79479-1B94-4337-A3D1-6A633E3B0354}" type="presOf" srcId="{91B3AB94-29D7-438B-902A-85CE5695D0B2}" destId="{A457DDCB-9B6B-4B9C-8C95-D5DCE83FCB2A}" srcOrd="0" destOrd="0" presId="urn:microsoft.com/office/officeart/2005/8/layout/hProcess4"/>
    <dgm:cxn modelId="{8E5D1485-813F-4CAE-A53D-F9ABFA1EE495}" type="presOf" srcId="{DD0A9295-C573-4C2F-8962-869DF727F0FE}" destId="{2401DBE5-E199-4E2C-A110-D831797EDF12}" srcOrd="1" destOrd="1" presId="urn:microsoft.com/office/officeart/2005/8/layout/hProcess4"/>
    <dgm:cxn modelId="{525CAA86-0F42-4607-9F04-781ADD105966}" srcId="{C04F502E-D750-458A-B2A7-9015A86FB47B}" destId="{91B3AB94-29D7-438B-902A-85CE5695D0B2}" srcOrd="0" destOrd="0" parTransId="{EC809687-FB97-44B9-AE8A-322D278FF32B}" sibTransId="{7171AC41-9301-4C7D-8282-6BD447374FDD}"/>
    <dgm:cxn modelId="{0E43DE88-CC80-4578-B876-DFA412F0958F}" srcId="{57F55093-BDC8-4F24-A832-E08BFC0573DD}" destId="{EA90ADB8-6EFC-48EA-9840-5B52F354059E}" srcOrd="0" destOrd="0" parTransId="{16117386-26CA-452A-9A4C-FF4938D4F08F}" sibTransId="{8BB348BE-D7C6-4DB9-B005-A1D913190838}"/>
    <dgm:cxn modelId="{6A34688B-B677-479B-A1C3-8D5A42CF7301}" type="presOf" srcId="{EA90ADB8-6EFC-48EA-9840-5B52F354059E}" destId="{2462B0EA-90AF-40AB-8B83-CFFCE9FBBE8E}" srcOrd="0" destOrd="0" presId="urn:microsoft.com/office/officeart/2005/8/layout/hProcess4"/>
    <dgm:cxn modelId="{BB3EA58F-48EB-49CE-B3ED-DA80A90B07E1}" type="presOf" srcId="{02A4D183-5364-4E3B-B0D0-38EC3D83B4CB}" destId="{16032D1D-D55C-4EC7-B377-45D87E0F42B6}" srcOrd="0" destOrd="2" presId="urn:microsoft.com/office/officeart/2005/8/layout/hProcess4"/>
    <dgm:cxn modelId="{F1CC5E9A-EE83-49E4-83BE-601A6A820BA0}" srcId="{91B3AB94-29D7-438B-902A-85CE5695D0B2}" destId="{B95789FC-F10A-4F1B-9989-2DDDB0C89D7D}" srcOrd="1" destOrd="0" parTransId="{465892B4-0BF0-4971-8B77-C4DB894B6417}" sibTransId="{D95FDBB6-6C2D-4CD1-991A-AD93492CBFFB}"/>
    <dgm:cxn modelId="{D009B39E-9017-4892-A9C4-E808568BC6EA}" type="presOf" srcId="{57F55093-BDC8-4F24-A832-E08BFC0573DD}" destId="{FD6CACAE-AFC9-4D62-A177-C0F192B41982}" srcOrd="0" destOrd="0" presId="urn:microsoft.com/office/officeart/2005/8/layout/hProcess4"/>
    <dgm:cxn modelId="{DDC664A1-0D98-4A56-A329-751853A6A473}" type="presOf" srcId="{174FE395-E1EE-4C9A-B353-7D0CB0BA3372}" destId="{9A88D5ED-EBF6-43BD-8E9A-8E1BB51BB98E}" srcOrd="0" destOrd="1" presId="urn:microsoft.com/office/officeart/2005/8/layout/hProcess4"/>
    <dgm:cxn modelId="{3D97E7AB-64B2-4D88-B385-F665D957DAB8}" srcId="{C04F502E-D750-458A-B2A7-9015A86FB47B}" destId="{57F55093-BDC8-4F24-A832-E08BFC0573DD}" srcOrd="1" destOrd="0" parTransId="{5DD5AF87-B89F-490E-9311-4CF1BF0E2E4E}" sibTransId="{F1C9FE93-51EB-4DB2-A2D5-5587CF17355B}"/>
    <dgm:cxn modelId="{23321FAD-11C1-40B8-9FFA-0E0D2E92B076}" srcId="{50F75FFE-CF4E-4453-A97C-4733EA51BD58}" destId="{1AE678F5-486F-4EC6-92C4-CC1251BC4DC7}" srcOrd="1" destOrd="0" parTransId="{01539183-572D-4179-B328-D709D99094F7}" sibTransId="{BA0B183C-29E8-47DD-897D-DA9813758107}"/>
    <dgm:cxn modelId="{17696CC5-C704-48DE-A91E-3642FBD56F17}" type="presOf" srcId="{D921039F-FFB7-400D-AC26-1C3CB2D091F4}" destId="{16032D1D-D55C-4EC7-B377-45D87E0F42B6}" srcOrd="0" destOrd="0" presId="urn:microsoft.com/office/officeart/2005/8/layout/hProcess4"/>
    <dgm:cxn modelId="{5646C6C5-DBB6-4AC1-B678-AC0E469B04FA}" type="presOf" srcId="{A808C46E-A0B5-41DD-8534-B6C65EBCDD45}" destId="{A851D836-9AE9-436C-AA13-964BD3D4CC87}" srcOrd="0" destOrd="0" presId="urn:microsoft.com/office/officeart/2005/8/layout/hProcess4"/>
    <dgm:cxn modelId="{12F7CFD7-5EFA-43A5-93AF-4559C5D44F1B}" srcId="{C04F502E-D750-458A-B2A7-9015A86FB47B}" destId="{50F75FFE-CF4E-4453-A97C-4733EA51BD58}" srcOrd="3" destOrd="0" parTransId="{6EE58C85-16AF-45FD-A139-423D0A30DB97}" sibTransId="{1B9E57A6-DE5A-49F5-BC29-76429F34CA75}"/>
    <dgm:cxn modelId="{2EDD81DC-FE30-40A6-9989-646E30F81C20}" type="presOf" srcId="{174FE395-E1EE-4C9A-B353-7D0CB0BA3372}" destId="{DF9F235F-3349-4477-B7D9-322D25FC9F91}" srcOrd="1" destOrd="1" presId="urn:microsoft.com/office/officeart/2005/8/layout/hProcess4"/>
    <dgm:cxn modelId="{07AF33DF-1DD6-453B-9153-973FB42D400E}" type="presOf" srcId="{1AE678F5-486F-4EC6-92C4-CC1251BC4DC7}" destId="{79C39A79-E2DD-4211-ABB9-D4F00B393A70}" srcOrd="1" destOrd="1" presId="urn:microsoft.com/office/officeart/2005/8/layout/hProcess4"/>
    <dgm:cxn modelId="{BF422FE4-1E2C-48B5-9559-74EFD5E98864}" type="presOf" srcId="{50F75FFE-CF4E-4453-A97C-4733EA51BD58}" destId="{936A1CE4-D992-45CD-8D23-A2856DA9583D}" srcOrd="0" destOrd="0" presId="urn:microsoft.com/office/officeart/2005/8/layout/hProcess4"/>
    <dgm:cxn modelId="{D3FEEEE4-DD8F-4C87-A8C1-F84E41B2D4DA}" type="presOf" srcId="{D921039F-FFB7-400D-AC26-1C3CB2D091F4}" destId="{79C39A79-E2DD-4211-ABB9-D4F00B393A70}" srcOrd="1" destOrd="0" presId="urn:microsoft.com/office/officeart/2005/8/layout/hProcess4"/>
    <dgm:cxn modelId="{75090BE8-C166-4D68-BBC9-5DFDE22FA7A2}" srcId="{C04F502E-D750-458A-B2A7-9015A86FB47B}" destId="{A808C46E-A0B5-41DD-8534-B6C65EBCDD45}" srcOrd="2" destOrd="0" parTransId="{1B00EAC1-F721-4318-9490-95724FA556E3}" sibTransId="{88E5519F-5E1C-41B5-836F-A863765F3D44}"/>
    <dgm:cxn modelId="{481591F9-F148-4FA2-8AC5-A72AB28CAF0F}" srcId="{A808C46E-A0B5-41DD-8534-B6C65EBCDD45}" destId="{8869043B-68C2-4E37-9E7B-ADE4F8693259}" srcOrd="0" destOrd="0" parTransId="{89C43282-07E3-496C-BEF7-5275EEDFBD72}" sibTransId="{90E2216F-425C-4902-A679-2CDA36DC4A14}"/>
    <dgm:cxn modelId="{9875CBFB-053C-4ECD-A3BA-E34105F04A5D}" srcId="{50F75FFE-CF4E-4453-A97C-4733EA51BD58}" destId="{02A4D183-5364-4E3B-B0D0-38EC3D83B4CB}" srcOrd="2" destOrd="0" parTransId="{05A969D2-D1B3-4DF0-AC05-B7F023F9271B}" sibTransId="{9C86A9FB-CFFB-4C33-ADD6-4BFC6C90F9E7}"/>
    <dgm:cxn modelId="{D3110EFD-5751-4933-B903-B3B5391324FB}" type="presOf" srcId="{FF465A6A-DA1C-4716-921A-B645C38149F1}" destId="{46E5AF8F-0847-494C-AA71-A176D5178433}" srcOrd="0" destOrd="0" presId="urn:microsoft.com/office/officeart/2005/8/layout/hProcess4"/>
    <dgm:cxn modelId="{A3A5D5FE-981E-42F3-A6A6-E2BD2BEE0031}" type="presOf" srcId="{B95789FC-F10A-4F1B-9989-2DDDB0C89D7D}" destId="{46E5AF8F-0847-494C-AA71-A176D5178433}" srcOrd="0" destOrd="1" presId="urn:microsoft.com/office/officeart/2005/8/layout/hProcess4"/>
    <dgm:cxn modelId="{D345511C-541A-4195-84CC-53E477D14722}" type="presParOf" srcId="{A3992970-2499-4C1F-94F9-C8386737C544}" destId="{05534CFA-02CC-411C-876D-522692714482}" srcOrd="0" destOrd="0" presId="urn:microsoft.com/office/officeart/2005/8/layout/hProcess4"/>
    <dgm:cxn modelId="{DF8DE5BB-E39B-4351-B174-79BEA6F27E30}" type="presParOf" srcId="{A3992970-2499-4C1F-94F9-C8386737C544}" destId="{6E06F414-28A5-4930-9AC2-2F23C05D0F53}" srcOrd="1" destOrd="0" presId="urn:microsoft.com/office/officeart/2005/8/layout/hProcess4"/>
    <dgm:cxn modelId="{4CBCC440-31AD-4C48-B1BC-D2B643090C6D}" type="presParOf" srcId="{A3992970-2499-4C1F-94F9-C8386737C544}" destId="{D255C9F6-2350-46EA-A80D-DC73B271301C}" srcOrd="2" destOrd="0" presId="urn:microsoft.com/office/officeart/2005/8/layout/hProcess4"/>
    <dgm:cxn modelId="{67099B5A-63C6-4C2B-8CD5-7817206BC1A5}" type="presParOf" srcId="{D255C9F6-2350-46EA-A80D-DC73B271301C}" destId="{E8D7DE7F-5867-4B6A-988F-77BFF96C6AD5}" srcOrd="0" destOrd="0" presId="urn:microsoft.com/office/officeart/2005/8/layout/hProcess4"/>
    <dgm:cxn modelId="{05078BDE-C41B-4EC8-A4C6-44771181C61B}" type="presParOf" srcId="{E8D7DE7F-5867-4B6A-988F-77BFF96C6AD5}" destId="{B4DB3537-3307-452E-B3F4-5DA113C6F516}" srcOrd="0" destOrd="0" presId="urn:microsoft.com/office/officeart/2005/8/layout/hProcess4"/>
    <dgm:cxn modelId="{520107D0-D5BA-4FC4-A913-A913B3F65B70}" type="presParOf" srcId="{E8D7DE7F-5867-4B6A-988F-77BFF96C6AD5}" destId="{46E5AF8F-0847-494C-AA71-A176D5178433}" srcOrd="1" destOrd="0" presId="urn:microsoft.com/office/officeart/2005/8/layout/hProcess4"/>
    <dgm:cxn modelId="{E77233A3-7994-465C-8970-9D9FEEFBEF83}" type="presParOf" srcId="{E8D7DE7F-5867-4B6A-988F-77BFF96C6AD5}" destId="{E3D626AF-B302-4F9C-8471-4FBEB6A53E27}" srcOrd="2" destOrd="0" presId="urn:microsoft.com/office/officeart/2005/8/layout/hProcess4"/>
    <dgm:cxn modelId="{8C47CB91-DFBA-4DB2-828B-3A0EE4737522}" type="presParOf" srcId="{E8D7DE7F-5867-4B6A-988F-77BFF96C6AD5}" destId="{A457DDCB-9B6B-4B9C-8C95-D5DCE83FCB2A}" srcOrd="3" destOrd="0" presId="urn:microsoft.com/office/officeart/2005/8/layout/hProcess4"/>
    <dgm:cxn modelId="{52CCF6F5-A526-433C-98E3-BAC648963BA9}" type="presParOf" srcId="{E8D7DE7F-5867-4B6A-988F-77BFF96C6AD5}" destId="{FB712912-8806-467B-B2B3-EC4FAA920B51}" srcOrd="4" destOrd="0" presId="urn:microsoft.com/office/officeart/2005/8/layout/hProcess4"/>
    <dgm:cxn modelId="{010D947C-D79B-493C-8ACE-7338D134B10F}" type="presParOf" srcId="{D255C9F6-2350-46EA-A80D-DC73B271301C}" destId="{88169E99-5EE0-4617-B24C-0095538F4F70}" srcOrd="1" destOrd="0" presId="urn:microsoft.com/office/officeart/2005/8/layout/hProcess4"/>
    <dgm:cxn modelId="{942ACD26-90E5-472E-A6EA-66DB4335C80C}" type="presParOf" srcId="{D255C9F6-2350-46EA-A80D-DC73B271301C}" destId="{AE07C6F2-E761-4488-8662-C19E2FFBD24F}" srcOrd="2" destOrd="0" presId="urn:microsoft.com/office/officeart/2005/8/layout/hProcess4"/>
    <dgm:cxn modelId="{C2C64AA7-3706-4BF2-9405-8DEFEAA76ED1}" type="presParOf" srcId="{AE07C6F2-E761-4488-8662-C19E2FFBD24F}" destId="{B582025B-FE4C-42DD-B891-31BDC1488E2F}" srcOrd="0" destOrd="0" presId="urn:microsoft.com/office/officeart/2005/8/layout/hProcess4"/>
    <dgm:cxn modelId="{759F01B7-1138-4BAF-B5A8-448A370B20F7}" type="presParOf" srcId="{AE07C6F2-E761-4488-8662-C19E2FFBD24F}" destId="{2462B0EA-90AF-40AB-8B83-CFFCE9FBBE8E}" srcOrd="1" destOrd="0" presId="urn:microsoft.com/office/officeart/2005/8/layout/hProcess4"/>
    <dgm:cxn modelId="{B834BADD-0276-41A8-B09E-22E4C0513685}" type="presParOf" srcId="{AE07C6F2-E761-4488-8662-C19E2FFBD24F}" destId="{2401DBE5-E199-4E2C-A110-D831797EDF12}" srcOrd="2" destOrd="0" presId="urn:microsoft.com/office/officeart/2005/8/layout/hProcess4"/>
    <dgm:cxn modelId="{C195968D-5AA6-4813-9BA3-E971C8935DCD}" type="presParOf" srcId="{AE07C6F2-E761-4488-8662-C19E2FFBD24F}" destId="{FD6CACAE-AFC9-4D62-A177-C0F192B41982}" srcOrd="3" destOrd="0" presId="urn:microsoft.com/office/officeart/2005/8/layout/hProcess4"/>
    <dgm:cxn modelId="{06C940E8-FEA7-4D47-BD13-FF810BD1446A}" type="presParOf" srcId="{AE07C6F2-E761-4488-8662-C19E2FFBD24F}" destId="{01289522-ECF0-4377-A86A-AAFB1C92A2BB}" srcOrd="4" destOrd="0" presId="urn:microsoft.com/office/officeart/2005/8/layout/hProcess4"/>
    <dgm:cxn modelId="{03F6F619-FC61-4BB7-8658-03E78F317E6D}" type="presParOf" srcId="{D255C9F6-2350-46EA-A80D-DC73B271301C}" destId="{29ADC309-410E-46AA-932B-5A268F21DB92}" srcOrd="3" destOrd="0" presId="urn:microsoft.com/office/officeart/2005/8/layout/hProcess4"/>
    <dgm:cxn modelId="{5A3ABACD-F125-4D97-9CC7-74C8DD2C340F}" type="presParOf" srcId="{D255C9F6-2350-46EA-A80D-DC73B271301C}" destId="{D9692A54-AD6C-4770-BAE0-4D3632A44D54}" srcOrd="4" destOrd="0" presId="urn:microsoft.com/office/officeart/2005/8/layout/hProcess4"/>
    <dgm:cxn modelId="{37CB25F8-A9D6-4916-A61B-7B4C94F4350E}" type="presParOf" srcId="{D9692A54-AD6C-4770-BAE0-4D3632A44D54}" destId="{CFE60230-F3E2-48D6-9AA6-ACEE96EA47D9}" srcOrd="0" destOrd="0" presId="urn:microsoft.com/office/officeart/2005/8/layout/hProcess4"/>
    <dgm:cxn modelId="{5A410068-C1BF-458F-8014-9A13EA43FA9F}" type="presParOf" srcId="{D9692A54-AD6C-4770-BAE0-4D3632A44D54}" destId="{9A88D5ED-EBF6-43BD-8E9A-8E1BB51BB98E}" srcOrd="1" destOrd="0" presId="urn:microsoft.com/office/officeart/2005/8/layout/hProcess4"/>
    <dgm:cxn modelId="{9A3AD8FC-2A94-4802-963B-307F8F44A183}" type="presParOf" srcId="{D9692A54-AD6C-4770-BAE0-4D3632A44D54}" destId="{DF9F235F-3349-4477-B7D9-322D25FC9F91}" srcOrd="2" destOrd="0" presId="urn:microsoft.com/office/officeart/2005/8/layout/hProcess4"/>
    <dgm:cxn modelId="{D37C1C7B-83AF-440E-AD7F-51CD1AEC0FDD}" type="presParOf" srcId="{D9692A54-AD6C-4770-BAE0-4D3632A44D54}" destId="{A851D836-9AE9-436C-AA13-964BD3D4CC87}" srcOrd="3" destOrd="0" presId="urn:microsoft.com/office/officeart/2005/8/layout/hProcess4"/>
    <dgm:cxn modelId="{AE6658B0-EC73-4E20-91FF-3B7D7E7488D1}" type="presParOf" srcId="{D9692A54-AD6C-4770-BAE0-4D3632A44D54}" destId="{1DA94911-3E84-4290-A2E1-E17799C01408}" srcOrd="4" destOrd="0" presId="urn:microsoft.com/office/officeart/2005/8/layout/hProcess4"/>
    <dgm:cxn modelId="{F9308FE8-E3D5-4629-8A70-646878CE4FDB}" type="presParOf" srcId="{D255C9F6-2350-46EA-A80D-DC73B271301C}" destId="{36A352EB-4C22-4555-8BC1-539D356215B1}" srcOrd="5" destOrd="0" presId="urn:microsoft.com/office/officeart/2005/8/layout/hProcess4"/>
    <dgm:cxn modelId="{654E9CFC-2940-43CF-8AE2-958C6962CA0D}" type="presParOf" srcId="{D255C9F6-2350-46EA-A80D-DC73B271301C}" destId="{06D4EDD1-4CDA-445E-8A63-6840D19B8CBB}" srcOrd="6" destOrd="0" presId="urn:microsoft.com/office/officeart/2005/8/layout/hProcess4"/>
    <dgm:cxn modelId="{D85FE9E0-231B-4DD2-8102-A3B4A6C26838}" type="presParOf" srcId="{06D4EDD1-4CDA-445E-8A63-6840D19B8CBB}" destId="{7EBC2F4D-ECDF-4A7D-B720-7C1E94078385}" srcOrd="0" destOrd="0" presId="urn:microsoft.com/office/officeart/2005/8/layout/hProcess4"/>
    <dgm:cxn modelId="{399DDB58-BF6A-48B8-A06C-D49F56E6FB9B}" type="presParOf" srcId="{06D4EDD1-4CDA-445E-8A63-6840D19B8CBB}" destId="{16032D1D-D55C-4EC7-B377-45D87E0F42B6}" srcOrd="1" destOrd="0" presId="urn:microsoft.com/office/officeart/2005/8/layout/hProcess4"/>
    <dgm:cxn modelId="{35DB63B1-5AFF-42BE-8B3F-8AA753259CEF}" type="presParOf" srcId="{06D4EDD1-4CDA-445E-8A63-6840D19B8CBB}" destId="{79C39A79-E2DD-4211-ABB9-D4F00B393A70}" srcOrd="2" destOrd="0" presId="urn:microsoft.com/office/officeart/2005/8/layout/hProcess4"/>
    <dgm:cxn modelId="{37366EC2-1DA6-4C94-8227-2C4BCCE395F0}" type="presParOf" srcId="{06D4EDD1-4CDA-445E-8A63-6840D19B8CBB}" destId="{936A1CE4-D992-45CD-8D23-A2856DA9583D}" srcOrd="3" destOrd="0" presId="urn:microsoft.com/office/officeart/2005/8/layout/hProcess4"/>
    <dgm:cxn modelId="{EF6305D4-1B4C-455A-9A97-51B39551623B}" type="presParOf" srcId="{06D4EDD1-4CDA-445E-8A63-6840D19B8CBB}" destId="{1102F444-9011-4B12-B3CD-0DF886890019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0370AC6-8FA2-49E4-9F03-CB2919D62094}" type="doc">
      <dgm:prSet loTypeId="urn:microsoft.com/office/officeart/2005/8/layout/vList2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EEAED4C5-9E82-4804-8E1C-5331D09D6E11}">
      <dgm:prSet/>
      <dgm:spPr/>
      <dgm:t>
        <a:bodyPr/>
        <a:lstStyle/>
        <a:p>
          <a:r>
            <a:rPr lang="en-US" b="1"/>
            <a:t>Inputs (Business Perspective):</a:t>
          </a:r>
          <a:endParaRPr lang="en-US"/>
        </a:p>
      </dgm:t>
    </dgm:pt>
    <dgm:pt modelId="{15CC9635-F826-42A0-8897-39D1EFAEA3DD}" type="parTrans" cxnId="{7060014A-7C36-4326-B968-FAED3A95AD7F}">
      <dgm:prSet/>
      <dgm:spPr/>
      <dgm:t>
        <a:bodyPr/>
        <a:lstStyle/>
        <a:p>
          <a:endParaRPr lang="en-US"/>
        </a:p>
      </dgm:t>
    </dgm:pt>
    <dgm:pt modelId="{CD1202CC-610E-4694-AAFE-E3693E2FBBD2}" type="sibTrans" cxnId="{7060014A-7C36-4326-B968-FAED3A95AD7F}">
      <dgm:prSet/>
      <dgm:spPr/>
      <dgm:t>
        <a:bodyPr/>
        <a:lstStyle/>
        <a:p>
          <a:endParaRPr lang="en-US"/>
        </a:p>
      </dgm:t>
    </dgm:pt>
    <dgm:pt modelId="{A1853B64-14F4-4393-B140-B1BCE6D833C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Customer identification details (basic account or login information).</a:t>
          </a:r>
        </a:p>
      </dgm:t>
    </dgm:pt>
    <dgm:pt modelId="{39B472B5-ED52-4F2B-870E-DAE20B085911}" type="parTrans" cxnId="{1CE7E2E7-0834-4A56-BFEB-1ECFC2C1020E}">
      <dgm:prSet/>
      <dgm:spPr/>
      <dgm:t>
        <a:bodyPr/>
        <a:lstStyle/>
        <a:p>
          <a:endParaRPr lang="en-US"/>
        </a:p>
      </dgm:t>
    </dgm:pt>
    <dgm:pt modelId="{C2172737-18A5-49D5-A203-A0F0ADCEC878}" type="sibTrans" cxnId="{1CE7E2E7-0834-4A56-BFEB-1ECFC2C1020E}">
      <dgm:prSet/>
      <dgm:spPr/>
      <dgm:t>
        <a:bodyPr/>
        <a:lstStyle/>
        <a:p>
          <a:endParaRPr lang="en-US"/>
        </a:p>
      </dgm:t>
    </dgm:pt>
    <dgm:pt modelId="{920B087F-A6A6-4D9E-9DFC-3C76A028884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Bulk merchant list (merchant names, IDs, and attributes).</a:t>
          </a:r>
        </a:p>
      </dgm:t>
    </dgm:pt>
    <dgm:pt modelId="{F40F4B04-3121-4EB6-AFDD-1F5E662CA3BC}" type="parTrans" cxnId="{17A600C7-C9BA-4698-89AD-FC037028E9B8}">
      <dgm:prSet/>
      <dgm:spPr/>
      <dgm:t>
        <a:bodyPr/>
        <a:lstStyle/>
        <a:p>
          <a:endParaRPr lang="en-US"/>
        </a:p>
      </dgm:t>
    </dgm:pt>
    <dgm:pt modelId="{CD9790DE-A4AF-443F-BB70-EFB1F280B22B}" type="sibTrans" cxnId="{17A600C7-C9BA-4698-89AD-FC037028E9B8}">
      <dgm:prSet/>
      <dgm:spPr/>
      <dgm:t>
        <a:bodyPr/>
        <a:lstStyle/>
        <a:p>
          <a:endParaRPr lang="en-US"/>
        </a:p>
      </dgm:t>
    </dgm:pt>
    <dgm:pt modelId="{914C93A8-4406-4B11-B209-9A0384B504C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Transaction or business activity data for each merchant.</a:t>
          </a:r>
        </a:p>
      </dgm:t>
    </dgm:pt>
    <dgm:pt modelId="{5295358D-DEE6-4FAF-967C-73FA298F90FE}" type="parTrans" cxnId="{E54EA66B-E1C7-4738-8DDE-C81D7950ED60}">
      <dgm:prSet/>
      <dgm:spPr/>
      <dgm:t>
        <a:bodyPr/>
        <a:lstStyle/>
        <a:p>
          <a:endParaRPr lang="en-US"/>
        </a:p>
      </dgm:t>
    </dgm:pt>
    <dgm:pt modelId="{AEFF40E8-A40C-44FF-825F-CC7C9EDADF53}" type="sibTrans" cxnId="{E54EA66B-E1C7-4738-8DDE-C81D7950ED60}">
      <dgm:prSet/>
      <dgm:spPr/>
      <dgm:t>
        <a:bodyPr/>
        <a:lstStyle/>
        <a:p>
          <a:endParaRPr lang="en-US"/>
        </a:p>
      </dgm:t>
    </dgm:pt>
    <dgm:pt modelId="{6A2578F7-3503-44A7-9479-1E5B96EE666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Optional classification parameters (e.g., category type, rules).</a:t>
          </a:r>
        </a:p>
      </dgm:t>
    </dgm:pt>
    <dgm:pt modelId="{802F84D9-4E82-47F6-9595-E17E29D37E0D}" type="parTrans" cxnId="{4C77337C-CA9C-4138-B015-906123FF7FFE}">
      <dgm:prSet/>
      <dgm:spPr/>
      <dgm:t>
        <a:bodyPr/>
        <a:lstStyle/>
        <a:p>
          <a:endParaRPr lang="en-US"/>
        </a:p>
      </dgm:t>
    </dgm:pt>
    <dgm:pt modelId="{2EA1EB15-6699-442A-A12D-20DDDEF836BA}" type="sibTrans" cxnId="{4C77337C-CA9C-4138-B015-906123FF7FFE}">
      <dgm:prSet/>
      <dgm:spPr/>
      <dgm:t>
        <a:bodyPr/>
        <a:lstStyle/>
        <a:p>
          <a:endParaRPr lang="en-US"/>
        </a:p>
      </dgm:t>
    </dgm:pt>
    <dgm:pt modelId="{49AA21CB-A04B-4EE9-80AC-BF2A5259928A}">
      <dgm:prSet/>
      <dgm:spPr/>
      <dgm:t>
        <a:bodyPr/>
        <a:lstStyle/>
        <a:p>
          <a:pPr>
            <a:buNone/>
          </a:pPr>
          <a:r>
            <a:rPr lang="en-US" b="1"/>
            <a:t>Outputs (Business Perspective):</a:t>
          </a:r>
          <a:endParaRPr lang="en-US"/>
        </a:p>
      </dgm:t>
    </dgm:pt>
    <dgm:pt modelId="{16ACB70E-B257-4529-A6F2-34044480FFC7}" type="parTrans" cxnId="{AFAB478A-A898-4223-87FB-12B3BF3BD9BD}">
      <dgm:prSet/>
      <dgm:spPr/>
      <dgm:t>
        <a:bodyPr/>
        <a:lstStyle/>
        <a:p>
          <a:endParaRPr lang="en-US"/>
        </a:p>
      </dgm:t>
    </dgm:pt>
    <dgm:pt modelId="{43B8CCCC-31C2-484D-AC3A-35E026D47A60}" type="sibTrans" cxnId="{AFAB478A-A898-4223-87FB-12B3BF3BD9BD}">
      <dgm:prSet/>
      <dgm:spPr/>
      <dgm:t>
        <a:bodyPr/>
        <a:lstStyle/>
        <a:p>
          <a:endParaRPr lang="en-US"/>
        </a:p>
      </dgm:t>
    </dgm:pt>
    <dgm:pt modelId="{4324BAC1-E022-46A5-9815-77ED2F23ABE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Categorized merchant list with assigned business categories.</a:t>
          </a:r>
        </a:p>
      </dgm:t>
    </dgm:pt>
    <dgm:pt modelId="{4F621621-AF5D-4903-861C-FD7DD2633634}" type="parTrans" cxnId="{5A819B34-5435-47E5-96A9-6253D34DBDA0}">
      <dgm:prSet/>
      <dgm:spPr/>
      <dgm:t>
        <a:bodyPr/>
        <a:lstStyle/>
        <a:p>
          <a:endParaRPr lang="en-US"/>
        </a:p>
      </dgm:t>
    </dgm:pt>
    <dgm:pt modelId="{D96A3070-518E-4094-904B-25079348D802}" type="sibTrans" cxnId="{5A819B34-5435-47E5-96A9-6253D34DBDA0}">
      <dgm:prSet/>
      <dgm:spPr/>
      <dgm:t>
        <a:bodyPr/>
        <a:lstStyle/>
        <a:p>
          <a:endParaRPr lang="en-US"/>
        </a:p>
      </dgm:t>
    </dgm:pt>
    <dgm:pt modelId="{36CC0C0F-9ED0-485A-BABE-B0AD00CBC96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Confirmation of successful processing with unique request IDs.</a:t>
          </a:r>
        </a:p>
      </dgm:t>
    </dgm:pt>
    <dgm:pt modelId="{40468529-5BDD-4A8D-AE2B-84D63C1401DD}" type="parTrans" cxnId="{B3818454-7B2C-45EF-B5A2-3E0A41080F8E}">
      <dgm:prSet/>
      <dgm:spPr/>
      <dgm:t>
        <a:bodyPr/>
        <a:lstStyle/>
        <a:p>
          <a:endParaRPr lang="en-US"/>
        </a:p>
      </dgm:t>
    </dgm:pt>
    <dgm:pt modelId="{0782832F-FC6F-4DDD-862A-478B94A7ECF8}" type="sibTrans" cxnId="{B3818454-7B2C-45EF-B5A2-3E0A41080F8E}">
      <dgm:prSet/>
      <dgm:spPr/>
      <dgm:t>
        <a:bodyPr/>
        <a:lstStyle/>
        <a:p>
          <a:endParaRPr lang="en-US"/>
        </a:p>
      </dgm:t>
    </dgm:pt>
    <dgm:pt modelId="{6CD2CD55-3D49-4B2B-860E-8C40C97D87A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Status of request (in-progress, completed, or failed).</a:t>
          </a:r>
        </a:p>
      </dgm:t>
    </dgm:pt>
    <dgm:pt modelId="{E21DE811-1882-4607-846E-0A30E666306A}" type="parTrans" cxnId="{AE851D3A-13D5-4C78-91AD-C430CA7C3157}">
      <dgm:prSet/>
      <dgm:spPr/>
      <dgm:t>
        <a:bodyPr/>
        <a:lstStyle/>
        <a:p>
          <a:endParaRPr lang="en-US"/>
        </a:p>
      </dgm:t>
    </dgm:pt>
    <dgm:pt modelId="{698AB6FD-07C4-4EB0-81CF-ED77E00DE97F}" type="sibTrans" cxnId="{AE851D3A-13D5-4C78-91AD-C430CA7C3157}">
      <dgm:prSet/>
      <dgm:spPr/>
      <dgm:t>
        <a:bodyPr/>
        <a:lstStyle/>
        <a:p>
          <a:endParaRPr lang="en-US"/>
        </a:p>
      </dgm:t>
    </dgm:pt>
    <dgm:pt modelId="{93DFB4B0-01A1-4059-AF27-780F4F9EEC8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Updated classifications reflecting any customer modifications.</a:t>
          </a:r>
        </a:p>
      </dgm:t>
    </dgm:pt>
    <dgm:pt modelId="{E43959DF-8903-40ED-9841-A592BC486385}" type="parTrans" cxnId="{5596C566-75A7-48C6-8347-97C20333C0DE}">
      <dgm:prSet/>
      <dgm:spPr/>
      <dgm:t>
        <a:bodyPr/>
        <a:lstStyle/>
        <a:p>
          <a:endParaRPr lang="en-US"/>
        </a:p>
      </dgm:t>
    </dgm:pt>
    <dgm:pt modelId="{2EE4FDF6-A139-41F9-8783-22F213CB5F13}" type="sibTrans" cxnId="{5596C566-75A7-48C6-8347-97C20333C0DE}">
      <dgm:prSet/>
      <dgm:spPr/>
      <dgm:t>
        <a:bodyPr/>
        <a:lstStyle/>
        <a:p>
          <a:endParaRPr lang="en-US"/>
        </a:p>
      </dgm:t>
    </dgm:pt>
    <dgm:pt modelId="{DBC915A1-C7EA-4490-A4A8-27E3E6C4F45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Exportable categorized data for reporting or analytics.</a:t>
          </a:r>
        </a:p>
      </dgm:t>
    </dgm:pt>
    <dgm:pt modelId="{C42D9FD6-FFA9-4E2C-89E9-F1887B9F3FB1}" type="parTrans" cxnId="{3944CA1B-320A-4D4C-9CA4-35E29B3B86DA}">
      <dgm:prSet/>
      <dgm:spPr/>
      <dgm:t>
        <a:bodyPr/>
        <a:lstStyle/>
        <a:p>
          <a:endParaRPr lang="en-US"/>
        </a:p>
      </dgm:t>
    </dgm:pt>
    <dgm:pt modelId="{7B513279-1195-4E96-93A2-4978E9AB611D}" type="sibTrans" cxnId="{3944CA1B-320A-4D4C-9CA4-35E29B3B86DA}">
      <dgm:prSet/>
      <dgm:spPr/>
      <dgm:t>
        <a:bodyPr/>
        <a:lstStyle/>
        <a:p>
          <a:endParaRPr lang="en-US"/>
        </a:p>
      </dgm:t>
    </dgm:pt>
    <dgm:pt modelId="{C22DCB1F-0382-4EBA-98BD-63EF8F7B4D15}" type="pres">
      <dgm:prSet presAssocID="{20370AC6-8FA2-49E4-9F03-CB2919D62094}" presName="linear" presStyleCnt="0">
        <dgm:presLayoutVars>
          <dgm:animLvl val="lvl"/>
          <dgm:resizeHandles val="exact"/>
        </dgm:presLayoutVars>
      </dgm:prSet>
      <dgm:spPr/>
    </dgm:pt>
    <dgm:pt modelId="{ED308508-FF8F-462C-A6D3-E10EF2CA1115}" type="pres">
      <dgm:prSet presAssocID="{EEAED4C5-9E82-4804-8E1C-5331D09D6E1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23C4453-1C58-4A64-AC2C-BF64DE01B559}" type="pres">
      <dgm:prSet presAssocID="{EEAED4C5-9E82-4804-8E1C-5331D09D6E11}" presName="childText" presStyleLbl="revTx" presStyleIdx="0" presStyleCnt="2">
        <dgm:presLayoutVars>
          <dgm:bulletEnabled val="1"/>
        </dgm:presLayoutVars>
      </dgm:prSet>
      <dgm:spPr/>
    </dgm:pt>
    <dgm:pt modelId="{54D041BE-94B4-4474-9120-6FCF03D44C1D}" type="pres">
      <dgm:prSet presAssocID="{49AA21CB-A04B-4EE9-80AC-BF2A5259928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E265AF8-A4D9-4C30-B59D-FF2910E496D3}" type="pres">
      <dgm:prSet presAssocID="{49AA21CB-A04B-4EE9-80AC-BF2A5259928A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2147C31A-A169-46C9-B99D-268B1B558104}" type="presOf" srcId="{6CD2CD55-3D49-4B2B-860E-8C40C97D87A1}" destId="{7E265AF8-A4D9-4C30-B59D-FF2910E496D3}" srcOrd="0" destOrd="2" presId="urn:microsoft.com/office/officeart/2005/8/layout/vList2"/>
    <dgm:cxn modelId="{3944CA1B-320A-4D4C-9CA4-35E29B3B86DA}" srcId="{49AA21CB-A04B-4EE9-80AC-BF2A5259928A}" destId="{DBC915A1-C7EA-4490-A4A8-27E3E6C4F450}" srcOrd="4" destOrd="0" parTransId="{C42D9FD6-FFA9-4E2C-89E9-F1887B9F3FB1}" sibTransId="{7B513279-1195-4E96-93A2-4978E9AB611D}"/>
    <dgm:cxn modelId="{5A819B34-5435-47E5-96A9-6253D34DBDA0}" srcId="{49AA21CB-A04B-4EE9-80AC-BF2A5259928A}" destId="{4324BAC1-E022-46A5-9815-77ED2F23ABEC}" srcOrd="0" destOrd="0" parTransId="{4F621621-AF5D-4903-861C-FD7DD2633634}" sibTransId="{D96A3070-518E-4094-904B-25079348D802}"/>
    <dgm:cxn modelId="{AE851D3A-13D5-4C78-91AD-C430CA7C3157}" srcId="{49AA21CB-A04B-4EE9-80AC-BF2A5259928A}" destId="{6CD2CD55-3D49-4B2B-860E-8C40C97D87A1}" srcOrd="2" destOrd="0" parTransId="{E21DE811-1882-4607-846E-0A30E666306A}" sibTransId="{698AB6FD-07C4-4EB0-81CF-ED77E00DE97F}"/>
    <dgm:cxn modelId="{F862DD42-375B-4752-B91C-170DB6CF19F5}" type="presOf" srcId="{914C93A8-4406-4B11-B209-9A0384B504C9}" destId="{823C4453-1C58-4A64-AC2C-BF64DE01B559}" srcOrd="0" destOrd="2" presId="urn:microsoft.com/office/officeart/2005/8/layout/vList2"/>
    <dgm:cxn modelId="{5596C566-75A7-48C6-8347-97C20333C0DE}" srcId="{49AA21CB-A04B-4EE9-80AC-BF2A5259928A}" destId="{93DFB4B0-01A1-4059-AF27-780F4F9EEC8F}" srcOrd="3" destOrd="0" parTransId="{E43959DF-8903-40ED-9841-A592BC486385}" sibTransId="{2EE4FDF6-A139-41F9-8783-22F213CB5F13}"/>
    <dgm:cxn modelId="{7060014A-7C36-4326-B968-FAED3A95AD7F}" srcId="{20370AC6-8FA2-49E4-9F03-CB2919D62094}" destId="{EEAED4C5-9E82-4804-8E1C-5331D09D6E11}" srcOrd="0" destOrd="0" parTransId="{15CC9635-F826-42A0-8897-39D1EFAEA3DD}" sibTransId="{CD1202CC-610E-4694-AAFE-E3693E2FBBD2}"/>
    <dgm:cxn modelId="{E54EA66B-E1C7-4738-8DDE-C81D7950ED60}" srcId="{EEAED4C5-9E82-4804-8E1C-5331D09D6E11}" destId="{914C93A8-4406-4B11-B209-9A0384B504C9}" srcOrd="2" destOrd="0" parTransId="{5295358D-DEE6-4FAF-967C-73FA298F90FE}" sibTransId="{AEFF40E8-A40C-44FF-825F-CC7C9EDADF53}"/>
    <dgm:cxn modelId="{B3818454-7B2C-45EF-B5A2-3E0A41080F8E}" srcId="{49AA21CB-A04B-4EE9-80AC-BF2A5259928A}" destId="{36CC0C0F-9ED0-485A-BABE-B0AD00CBC967}" srcOrd="1" destOrd="0" parTransId="{40468529-5BDD-4A8D-AE2B-84D63C1401DD}" sibTransId="{0782832F-FC6F-4DDD-862A-478B94A7ECF8}"/>
    <dgm:cxn modelId="{01F7DC7A-2DBB-4A52-8EE2-5E96B1E3D6AB}" type="presOf" srcId="{DBC915A1-C7EA-4490-A4A8-27E3E6C4F450}" destId="{7E265AF8-A4D9-4C30-B59D-FF2910E496D3}" srcOrd="0" destOrd="4" presId="urn:microsoft.com/office/officeart/2005/8/layout/vList2"/>
    <dgm:cxn modelId="{4C77337C-CA9C-4138-B015-906123FF7FFE}" srcId="{EEAED4C5-9E82-4804-8E1C-5331D09D6E11}" destId="{6A2578F7-3503-44A7-9479-1E5B96EE6665}" srcOrd="3" destOrd="0" parTransId="{802F84D9-4E82-47F6-9595-E17E29D37E0D}" sibTransId="{2EA1EB15-6699-442A-A12D-20DDDEF836BA}"/>
    <dgm:cxn modelId="{C5230A8A-50D2-4B5A-9AC9-C0085731E92B}" type="presOf" srcId="{6A2578F7-3503-44A7-9479-1E5B96EE6665}" destId="{823C4453-1C58-4A64-AC2C-BF64DE01B559}" srcOrd="0" destOrd="3" presId="urn:microsoft.com/office/officeart/2005/8/layout/vList2"/>
    <dgm:cxn modelId="{AFAB478A-A898-4223-87FB-12B3BF3BD9BD}" srcId="{20370AC6-8FA2-49E4-9F03-CB2919D62094}" destId="{49AA21CB-A04B-4EE9-80AC-BF2A5259928A}" srcOrd="1" destOrd="0" parTransId="{16ACB70E-B257-4529-A6F2-34044480FFC7}" sibTransId="{43B8CCCC-31C2-484D-AC3A-35E026D47A60}"/>
    <dgm:cxn modelId="{FA14CA9C-0D63-42DF-8AC3-20324B35BBAF}" type="presOf" srcId="{EEAED4C5-9E82-4804-8E1C-5331D09D6E11}" destId="{ED308508-FF8F-462C-A6D3-E10EF2CA1115}" srcOrd="0" destOrd="0" presId="urn:microsoft.com/office/officeart/2005/8/layout/vList2"/>
    <dgm:cxn modelId="{279156A8-C530-4072-923E-2D1B53081221}" type="presOf" srcId="{4324BAC1-E022-46A5-9815-77ED2F23ABEC}" destId="{7E265AF8-A4D9-4C30-B59D-FF2910E496D3}" srcOrd="0" destOrd="0" presId="urn:microsoft.com/office/officeart/2005/8/layout/vList2"/>
    <dgm:cxn modelId="{35B78CAD-580A-497B-9189-1DC33E9F6AD3}" type="presOf" srcId="{920B087F-A6A6-4D9E-9DFC-3C76A0288845}" destId="{823C4453-1C58-4A64-AC2C-BF64DE01B559}" srcOrd="0" destOrd="1" presId="urn:microsoft.com/office/officeart/2005/8/layout/vList2"/>
    <dgm:cxn modelId="{5FE91BBC-AF6C-4366-8473-A6121DEECB1B}" type="presOf" srcId="{36CC0C0F-9ED0-485A-BABE-B0AD00CBC967}" destId="{7E265AF8-A4D9-4C30-B59D-FF2910E496D3}" srcOrd="0" destOrd="1" presId="urn:microsoft.com/office/officeart/2005/8/layout/vList2"/>
    <dgm:cxn modelId="{11864DC3-485C-4145-B696-E6FA0746202B}" type="presOf" srcId="{20370AC6-8FA2-49E4-9F03-CB2919D62094}" destId="{C22DCB1F-0382-4EBA-98BD-63EF8F7B4D15}" srcOrd="0" destOrd="0" presId="urn:microsoft.com/office/officeart/2005/8/layout/vList2"/>
    <dgm:cxn modelId="{17A600C7-C9BA-4698-89AD-FC037028E9B8}" srcId="{EEAED4C5-9E82-4804-8E1C-5331D09D6E11}" destId="{920B087F-A6A6-4D9E-9DFC-3C76A0288845}" srcOrd="1" destOrd="0" parTransId="{F40F4B04-3121-4EB6-AFDD-1F5E662CA3BC}" sibTransId="{CD9790DE-A4AF-443F-BB70-EFB1F280B22B}"/>
    <dgm:cxn modelId="{AD56E3CC-1351-4FA5-B0F2-21B60A20C1A3}" type="presOf" srcId="{49AA21CB-A04B-4EE9-80AC-BF2A5259928A}" destId="{54D041BE-94B4-4474-9120-6FCF03D44C1D}" srcOrd="0" destOrd="0" presId="urn:microsoft.com/office/officeart/2005/8/layout/vList2"/>
    <dgm:cxn modelId="{AFCF46CF-F57C-454E-9439-A988AFA73862}" type="presOf" srcId="{A1853B64-14F4-4393-B140-B1BCE6D833C7}" destId="{823C4453-1C58-4A64-AC2C-BF64DE01B559}" srcOrd="0" destOrd="0" presId="urn:microsoft.com/office/officeart/2005/8/layout/vList2"/>
    <dgm:cxn modelId="{73710EE1-CEFA-4988-9DD9-0A67DD962126}" type="presOf" srcId="{93DFB4B0-01A1-4059-AF27-780F4F9EEC8F}" destId="{7E265AF8-A4D9-4C30-B59D-FF2910E496D3}" srcOrd="0" destOrd="3" presId="urn:microsoft.com/office/officeart/2005/8/layout/vList2"/>
    <dgm:cxn modelId="{1CE7E2E7-0834-4A56-BFEB-1ECFC2C1020E}" srcId="{EEAED4C5-9E82-4804-8E1C-5331D09D6E11}" destId="{A1853B64-14F4-4393-B140-B1BCE6D833C7}" srcOrd="0" destOrd="0" parTransId="{39B472B5-ED52-4F2B-870E-DAE20B085911}" sibTransId="{C2172737-18A5-49D5-A203-A0F0ADCEC878}"/>
    <dgm:cxn modelId="{427155CB-F49A-4DFF-8CFE-70F2198F8F07}" type="presParOf" srcId="{C22DCB1F-0382-4EBA-98BD-63EF8F7B4D15}" destId="{ED308508-FF8F-462C-A6D3-E10EF2CA1115}" srcOrd="0" destOrd="0" presId="urn:microsoft.com/office/officeart/2005/8/layout/vList2"/>
    <dgm:cxn modelId="{D8EF1D1E-AA55-4FCF-A471-53AFED4D53BC}" type="presParOf" srcId="{C22DCB1F-0382-4EBA-98BD-63EF8F7B4D15}" destId="{823C4453-1C58-4A64-AC2C-BF64DE01B559}" srcOrd="1" destOrd="0" presId="urn:microsoft.com/office/officeart/2005/8/layout/vList2"/>
    <dgm:cxn modelId="{E54F0609-869E-4FF1-906B-D90B8B6ED91C}" type="presParOf" srcId="{C22DCB1F-0382-4EBA-98BD-63EF8F7B4D15}" destId="{54D041BE-94B4-4474-9120-6FCF03D44C1D}" srcOrd="2" destOrd="0" presId="urn:microsoft.com/office/officeart/2005/8/layout/vList2"/>
    <dgm:cxn modelId="{6EE5681B-7977-4FE1-9908-B3BB857F4034}" type="presParOf" srcId="{C22DCB1F-0382-4EBA-98BD-63EF8F7B4D15}" destId="{7E265AF8-A4D9-4C30-B59D-FF2910E496D3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B6BDC8-8B50-4E74-AF4C-74A71BD6E155}">
      <dsp:nvSpPr>
        <dsp:cNvPr id="0" name=""/>
        <dsp:cNvSpPr/>
      </dsp:nvSpPr>
      <dsp:spPr>
        <a:xfrm>
          <a:off x="0" y="161411"/>
          <a:ext cx="11734799" cy="431730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What is the API Marketplace?</a:t>
          </a:r>
          <a:endParaRPr lang="en-US" sz="1800" kern="1200"/>
        </a:p>
      </dsp:txBody>
      <dsp:txXfrm>
        <a:off x="21075" y="182486"/>
        <a:ext cx="11692649" cy="389580"/>
      </dsp:txXfrm>
    </dsp:sp>
    <dsp:sp modelId="{694EA999-A520-4AD7-BC8C-B271D6B261F5}">
      <dsp:nvSpPr>
        <dsp:cNvPr id="0" name=""/>
        <dsp:cNvSpPr/>
      </dsp:nvSpPr>
      <dsp:spPr>
        <a:xfrm>
          <a:off x="0" y="593141"/>
          <a:ext cx="11734799" cy="484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258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 baseline="0" dirty="0"/>
            <a:t>Categorization is an AI-powered service provided by </a:t>
          </a:r>
          <a:r>
            <a:rPr lang="en-US" sz="1400" b="0" i="0" kern="1200" baseline="0" dirty="0" err="1"/>
            <a:t>Drahim</a:t>
          </a:r>
          <a:r>
            <a:rPr lang="en-US" sz="1400" b="0" i="0" kern="1200" baseline="0" dirty="0"/>
            <a:t> (an ARG Subsidiary).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 baseline="0" dirty="0"/>
            <a:t>It classifies merchants based on their business type and allows customers to modify or update classifications when required.</a:t>
          </a:r>
          <a:endParaRPr lang="en-US" sz="1400" kern="1200" dirty="0"/>
        </a:p>
      </dsp:txBody>
      <dsp:txXfrm>
        <a:off x="0" y="593141"/>
        <a:ext cx="11734799" cy="484380"/>
      </dsp:txXfrm>
    </dsp:sp>
    <dsp:sp modelId="{E0062363-D630-4E4B-88E0-B4599F995C0C}">
      <dsp:nvSpPr>
        <dsp:cNvPr id="0" name=""/>
        <dsp:cNvSpPr/>
      </dsp:nvSpPr>
      <dsp:spPr>
        <a:xfrm>
          <a:off x="0" y="1077521"/>
          <a:ext cx="11734799" cy="431730"/>
        </a:xfrm>
        <a:prstGeom prst="roundRect">
          <a:avLst/>
        </a:prstGeom>
        <a:solidFill>
          <a:schemeClr val="accent1">
            <a:shade val="80000"/>
            <a:hueOff val="61249"/>
            <a:satOff val="-878"/>
            <a:lumOff val="512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What is a Categorization?</a:t>
          </a:r>
          <a:endParaRPr lang="en-US" sz="1800" kern="1200"/>
        </a:p>
      </dsp:txBody>
      <dsp:txXfrm>
        <a:off x="21075" y="1098596"/>
        <a:ext cx="11692649" cy="389580"/>
      </dsp:txXfrm>
    </dsp:sp>
    <dsp:sp modelId="{B9749A72-D765-40F0-A6FA-845B4AA8F1DD}">
      <dsp:nvSpPr>
        <dsp:cNvPr id="0" name=""/>
        <dsp:cNvSpPr/>
      </dsp:nvSpPr>
      <dsp:spPr>
        <a:xfrm>
          <a:off x="0" y="1509251"/>
          <a:ext cx="11734799" cy="437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258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i="0" kern="1200" baseline="0" dirty="0"/>
            <a:t>Categorization Service: An AI-powered solution that classifies merchants into predefined business categories based on their business type and transaction data.</a:t>
          </a:r>
          <a:endParaRPr lang="en-US" sz="1400" kern="1200" dirty="0"/>
        </a:p>
      </dsp:txBody>
      <dsp:txXfrm>
        <a:off x="0" y="1509251"/>
        <a:ext cx="11734799" cy="437805"/>
      </dsp:txXfrm>
    </dsp:sp>
    <dsp:sp modelId="{C724E73D-ED94-4F6A-8D12-0E0B3E492446}">
      <dsp:nvSpPr>
        <dsp:cNvPr id="0" name=""/>
        <dsp:cNvSpPr/>
      </dsp:nvSpPr>
      <dsp:spPr>
        <a:xfrm>
          <a:off x="0" y="1947056"/>
          <a:ext cx="11734799" cy="431730"/>
        </a:xfrm>
        <a:prstGeom prst="roundRect">
          <a:avLst/>
        </a:prstGeom>
        <a:solidFill>
          <a:schemeClr val="accent1">
            <a:shade val="80000"/>
            <a:hueOff val="122498"/>
            <a:satOff val="-1757"/>
            <a:lumOff val="1024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What The Categorization Does:</a:t>
          </a:r>
          <a:endParaRPr lang="en-US" sz="1800" kern="1200"/>
        </a:p>
      </dsp:txBody>
      <dsp:txXfrm>
        <a:off x="21075" y="1968131"/>
        <a:ext cx="11692649" cy="389580"/>
      </dsp:txXfrm>
    </dsp:sp>
    <dsp:sp modelId="{DB00FAFC-F677-470B-AFF8-00DF431B23F2}">
      <dsp:nvSpPr>
        <dsp:cNvPr id="0" name=""/>
        <dsp:cNvSpPr/>
      </dsp:nvSpPr>
      <dsp:spPr>
        <a:xfrm>
          <a:off x="0" y="2378786"/>
          <a:ext cx="11734799" cy="484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258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Automatically classifies merchants using AI.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Allows customers to update or modify classifications when needed.</a:t>
          </a:r>
        </a:p>
      </dsp:txBody>
      <dsp:txXfrm>
        <a:off x="0" y="2378786"/>
        <a:ext cx="11734799" cy="484380"/>
      </dsp:txXfrm>
    </dsp:sp>
    <dsp:sp modelId="{99332128-7809-43DD-B592-D79196165A93}">
      <dsp:nvSpPr>
        <dsp:cNvPr id="0" name=""/>
        <dsp:cNvSpPr/>
      </dsp:nvSpPr>
      <dsp:spPr>
        <a:xfrm>
          <a:off x="0" y="2863166"/>
          <a:ext cx="11734799" cy="431730"/>
        </a:xfrm>
        <a:prstGeom prst="roundRect">
          <a:avLst/>
        </a:prstGeom>
        <a:solidFill>
          <a:schemeClr val="accent1">
            <a:shade val="80000"/>
            <a:hueOff val="183747"/>
            <a:satOff val="-2635"/>
            <a:lumOff val="1536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How It Will Be Used (B2B):</a:t>
          </a:r>
          <a:endParaRPr lang="en-US" sz="1800" kern="1200"/>
        </a:p>
      </dsp:txBody>
      <dsp:txXfrm>
        <a:off x="21075" y="2884241"/>
        <a:ext cx="11692649" cy="389580"/>
      </dsp:txXfrm>
    </dsp:sp>
    <dsp:sp modelId="{284F790F-B6B6-4A74-AAF9-488B002F7100}">
      <dsp:nvSpPr>
        <dsp:cNvPr id="0" name=""/>
        <dsp:cNvSpPr/>
      </dsp:nvSpPr>
      <dsp:spPr>
        <a:xfrm>
          <a:off x="0" y="3294896"/>
          <a:ext cx="11734799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258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Your business (Consumer) integrates with the </a:t>
          </a:r>
          <a:r>
            <a:rPr lang="en-US" sz="1400" b="1" kern="1200" dirty="0"/>
            <a:t>API Marketplace</a:t>
          </a:r>
          <a:r>
            <a:rPr lang="en-US" sz="1400" kern="1200" dirty="0"/>
            <a:t> to offer merchant categorization services to your customers through digital channels.</a:t>
          </a:r>
        </a:p>
      </dsp:txBody>
      <dsp:txXfrm>
        <a:off x="0" y="3294896"/>
        <a:ext cx="11734799" cy="298080"/>
      </dsp:txXfrm>
    </dsp:sp>
    <dsp:sp modelId="{7455ECC2-A88E-4D4E-AA20-738A025F9ACB}">
      <dsp:nvSpPr>
        <dsp:cNvPr id="0" name=""/>
        <dsp:cNvSpPr/>
      </dsp:nvSpPr>
      <dsp:spPr>
        <a:xfrm>
          <a:off x="0" y="3592976"/>
          <a:ext cx="11734799" cy="431730"/>
        </a:xfrm>
        <a:prstGeom prst="roundRect">
          <a:avLst/>
        </a:prstGeom>
        <a:solidFill>
          <a:schemeClr val="accent1">
            <a:shade val="80000"/>
            <a:hueOff val="244997"/>
            <a:satOff val="-3514"/>
            <a:lumOff val="204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Advantages of Categorization (Business View):</a:t>
          </a:r>
          <a:endParaRPr lang="en-US" sz="1800" kern="1200"/>
        </a:p>
      </dsp:txBody>
      <dsp:txXfrm>
        <a:off x="21075" y="3614051"/>
        <a:ext cx="11692649" cy="389580"/>
      </dsp:txXfrm>
    </dsp:sp>
    <dsp:sp modelId="{E7ABDDBB-F2EB-44C9-85E4-A0F043267301}">
      <dsp:nvSpPr>
        <dsp:cNvPr id="0" name=""/>
        <dsp:cNvSpPr/>
      </dsp:nvSpPr>
      <dsp:spPr>
        <a:xfrm>
          <a:off x="0" y="4024706"/>
          <a:ext cx="11734799" cy="968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258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Provide accurate merchant classification without building your own AI solution.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Unified and standardized access through the API Marketplace.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Faster time to market for subsidiaries by reusing a ready service.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Centralized monitoring, analytics, and security compliance.</a:t>
          </a:r>
        </a:p>
      </dsp:txBody>
      <dsp:txXfrm>
        <a:off x="0" y="4024706"/>
        <a:ext cx="11734799" cy="968760"/>
      </dsp:txXfrm>
    </dsp:sp>
    <dsp:sp modelId="{229EAC5F-3AFC-46CF-B88B-B46404EDFA6E}">
      <dsp:nvSpPr>
        <dsp:cNvPr id="0" name=""/>
        <dsp:cNvSpPr/>
      </dsp:nvSpPr>
      <dsp:spPr>
        <a:xfrm>
          <a:off x="0" y="4993466"/>
          <a:ext cx="11734799" cy="431730"/>
        </a:xfrm>
        <a:prstGeom prst="roundRect">
          <a:avLst/>
        </a:prstGeom>
        <a:solidFill>
          <a:schemeClr val="accent1">
            <a:shade val="80000"/>
            <a:hueOff val="306246"/>
            <a:satOff val="-4392"/>
            <a:lumOff val="256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How It Works (Business Flow):</a:t>
          </a:r>
          <a:endParaRPr lang="en-US" sz="1800" kern="1200"/>
        </a:p>
      </dsp:txBody>
      <dsp:txXfrm>
        <a:off x="21075" y="5014541"/>
        <a:ext cx="11692649" cy="389580"/>
      </dsp:txXfrm>
    </dsp:sp>
    <dsp:sp modelId="{A12D910E-F3C6-45EB-8260-6FC2C2A404C3}">
      <dsp:nvSpPr>
        <dsp:cNvPr id="0" name=""/>
        <dsp:cNvSpPr/>
      </dsp:nvSpPr>
      <dsp:spPr>
        <a:xfrm>
          <a:off x="0" y="5425196"/>
          <a:ext cx="11734799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258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Customers send merchant details → API Marketplace processes → Categorization result is returned.</a:t>
          </a:r>
        </a:p>
      </dsp:txBody>
      <dsp:txXfrm>
        <a:off x="0" y="5425196"/>
        <a:ext cx="11734799" cy="2980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6DAD1C-1660-4459-9C9E-9907219E4C4C}">
      <dsp:nvSpPr>
        <dsp:cNvPr id="0" name=""/>
        <dsp:cNvSpPr/>
      </dsp:nvSpPr>
      <dsp:spPr>
        <a:xfrm>
          <a:off x="0" y="56887"/>
          <a:ext cx="11290478" cy="40774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1. Categorization Capabilities</a:t>
          </a:r>
          <a:endParaRPr lang="en-US" sz="1700" kern="1200"/>
        </a:p>
      </dsp:txBody>
      <dsp:txXfrm>
        <a:off x="19904" y="76791"/>
        <a:ext cx="11250670" cy="367937"/>
      </dsp:txXfrm>
    </dsp:sp>
    <dsp:sp modelId="{A0E6B13B-46F5-4AB8-BA13-DD0ACC463DFA}">
      <dsp:nvSpPr>
        <dsp:cNvPr id="0" name=""/>
        <dsp:cNvSpPr/>
      </dsp:nvSpPr>
      <dsp:spPr>
        <a:xfrm>
          <a:off x="0" y="464632"/>
          <a:ext cx="11290478" cy="897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8473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Ability to process and classify a bulk list of merchants in a single request.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Automatic classification into predefined business categories using AI.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Support for multiple data attributes (merchant name, type, transaction history, etc.).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Fast response time (2–5 seconds) even for large volumes of merchants.</a:t>
          </a:r>
        </a:p>
      </dsp:txBody>
      <dsp:txXfrm>
        <a:off x="0" y="464632"/>
        <a:ext cx="11290478" cy="897345"/>
      </dsp:txXfrm>
    </dsp:sp>
    <dsp:sp modelId="{B14825AB-92C2-4213-B6FA-F854E2754A2D}">
      <dsp:nvSpPr>
        <dsp:cNvPr id="0" name=""/>
        <dsp:cNvSpPr/>
      </dsp:nvSpPr>
      <dsp:spPr>
        <a:xfrm>
          <a:off x="0" y="1361977"/>
          <a:ext cx="11290478" cy="407745"/>
        </a:xfrm>
        <a:prstGeom prst="roundRect">
          <a:avLst/>
        </a:prstGeom>
        <a:solidFill>
          <a:schemeClr val="accent4">
            <a:hueOff val="-1488257"/>
            <a:satOff val="8966"/>
            <a:lumOff val="71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2. Review &amp; Update Capabilities</a:t>
          </a:r>
          <a:endParaRPr lang="en-US" sz="1700" kern="1200"/>
        </a:p>
      </dsp:txBody>
      <dsp:txXfrm>
        <a:off x="19904" y="1381881"/>
        <a:ext cx="11250670" cy="367937"/>
      </dsp:txXfrm>
    </dsp:sp>
    <dsp:sp modelId="{C0312CB1-34FE-4589-BE0B-FADDC10DF923}">
      <dsp:nvSpPr>
        <dsp:cNvPr id="0" name=""/>
        <dsp:cNvSpPr/>
      </dsp:nvSpPr>
      <dsp:spPr>
        <a:xfrm>
          <a:off x="0" y="1769722"/>
          <a:ext cx="11290478" cy="897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8473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Customers can review classification results directly through the digital channel.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Option to modify or update incorrect classifications before final confirmation.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Immediate reflection of updated classifications in the system.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Clear audit trail of changes for monitoring and compliance.</a:t>
          </a:r>
        </a:p>
      </dsp:txBody>
      <dsp:txXfrm>
        <a:off x="0" y="1769722"/>
        <a:ext cx="11290478" cy="897345"/>
      </dsp:txXfrm>
    </dsp:sp>
    <dsp:sp modelId="{F9250CF6-26A7-4398-B1C9-4FFAAA54074C}">
      <dsp:nvSpPr>
        <dsp:cNvPr id="0" name=""/>
        <dsp:cNvSpPr/>
      </dsp:nvSpPr>
      <dsp:spPr>
        <a:xfrm>
          <a:off x="0" y="2667067"/>
          <a:ext cx="11290478" cy="407745"/>
        </a:xfrm>
        <a:prstGeom prst="roundRect">
          <a:avLst/>
        </a:prstGeom>
        <a:solidFill>
          <a:schemeClr val="accent4">
            <a:hueOff val="-2976513"/>
            <a:satOff val="17933"/>
            <a:lumOff val="143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3. Integration &amp; Access</a:t>
          </a:r>
          <a:endParaRPr lang="en-US" sz="1700" kern="1200"/>
        </a:p>
      </dsp:txBody>
      <dsp:txXfrm>
        <a:off x="19904" y="2686971"/>
        <a:ext cx="11250670" cy="367937"/>
      </dsp:txXfrm>
    </dsp:sp>
    <dsp:sp modelId="{A4688589-1D45-4448-B040-AB313B9B9AA2}">
      <dsp:nvSpPr>
        <dsp:cNvPr id="0" name=""/>
        <dsp:cNvSpPr/>
      </dsp:nvSpPr>
      <dsp:spPr>
        <a:xfrm>
          <a:off x="0" y="3074812"/>
          <a:ext cx="11290478" cy="668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8473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Unified and standardized API access via the API Marketplace.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Scalable architecture to handle increasing transaction volumes.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Consistent categorization logic across all subsidiaries.</a:t>
          </a:r>
        </a:p>
      </dsp:txBody>
      <dsp:txXfrm>
        <a:off x="0" y="3074812"/>
        <a:ext cx="11290478" cy="668609"/>
      </dsp:txXfrm>
    </dsp:sp>
    <dsp:sp modelId="{576F9BDD-A5AD-4672-A3E4-9F8750C00018}">
      <dsp:nvSpPr>
        <dsp:cNvPr id="0" name=""/>
        <dsp:cNvSpPr/>
      </dsp:nvSpPr>
      <dsp:spPr>
        <a:xfrm>
          <a:off x="0" y="3743422"/>
          <a:ext cx="11290478" cy="407745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4. Reporting &amp; Notifications</a:t>
          </a:r>
          <a:endParaRPr lang="en-US" sz="1700" kern="1200"/>
        </a:p>
      </dsp:txBody>
      <dsp:txXfrm>
        <a:off x="19904" y="3763326"/>
        <a:ext cx="11250670" cy="367937"/>
      </dsp:txXfrm>
    </dsp:sp>
    <dsp:sp modelId="{F3A25E5E-D91A-41B2-8348-8526ED285F4C}">
      <dsp:nvSpPr>
        <dsp:cNvPr id="0" name=""/>
        <dsp:cNvSpPr/>
      </dsp:nvSpPr>
      <dsp:spPr>
        <a:xfrm>
          <a:off x="0" y="4151167"/>
          <a:ext cx="11290478" cy="897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8473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Real-time confirmation of categorization requests with unique reference IDs.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Status updates for bulk processing (in-progress, completed, or failed).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Exportable categorized merchant lists for business reporting.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Notifications and logs stored centrally for monitoring and analytics.</a:t>
          </a:r>
        </a:p>
      </dsp:txBody>
      <dsp:txXfrm>
        <a:off x="0" y="4151167"/>
        <a:ext cx="11290478" cy="8973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E5AF8F-0847-494C-AA71-A176D5178433}">
      <dsp:nvSpPr>
        <dsp:cNvPr id="0" name=""/>
        <dsp:cNvSpPr/>
      </dsp:nvSpPr>
      <dsp:spPr>
        <a:xfrm>
          <a:off x="529" y="1317809"/>
          <a:ext cx="2080186" cy="171571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Submit bulk categorization request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Review results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Update classifications if needed</a:t>
          </a:r>
        </a:p>
      </dsp:txBody>
      <dsp:txXfrm>
        <a:off x="40012" y="1357292"/>
        <a:ext cx="2001220" cy="1269098"/>
      </dsp:txXfrm>
    </dsp:sp>
    <dsp:sp modelId="{88169E99-5EE0-4617-B24C-0095538F4F70}">
      <dsp:nvSpPr>
        <dsp:cNvPr id="0" name=""/>
        <dsp:cNvSpPr/>
      </dsp:nvSpPr>
      <dsp:spPr>
        <a:xfrm>
          <a:off x="1145793" y="1641150"/>
          <a:ext cx="2420057" cy="2420057"/>
        </a:xfrm>
        <a:prstGeom prst="leftCircularArrow">
          <a:avLst>
            <a:gd name="adj1" fmla="val 3671"/>
            <a:gd name="adj2" fmla="val 457399"/>
            <a:gd name="adj3" fmla="val 2232910"/>
            <a:gd name="adj4" fmla="val 9024489"/>
            <a:gd name="adj5" fmla="val 4283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457DDCB-9B6B-4B9C-8C95-D5DCE83FCB2A}">
      <dsp:nvSpPr>
        <dsp:cNvPr id="0" name=""/>
        <dsp:cNvSpPr/>
      </dsp:nvSpPr>
      <dsp:spPr>
        <a:xfrm>
          <a:off x="462793" y="2665874"/>
          <a:ext cx="1849054" cy="735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Customer</a:t>
          </a:r>
        </a:p>
      </dsp:txBody>
      <dsp:txXfrm>
        <a:off x="484329" y="2687410"/>
        <a:ext cx="1805982" cy="692236"/>
      </dsp:txXfrm>
    </dsp:sp>
    <dsp:sp modelId="{2462B0EA-90AF-40AB-8B83-CFFCE9FBBE8E}">
      <dsp:nvSpPr>
        <dsp:cNvPr id="0" name=""/>
        <dsp:cNvSpPr/>
      </dsp:nvSpPr>
      <dsp:spPr>
        <a:xfrm>
          <a:off x="2734937" y="1317809"/>
          <a:ext cx="2080186" cy="171571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300" kern="1200" dirty="0"/>
            <a:t>Provide digital channel interface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Forward request to API Marketplace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Display results to customer</a:t>
          </a:r>
        </a:p>
      </dsp:txBody>
      <dsp:txXfrm>
        <a:off x="2774420" y="1724946"/>
        <a:ext cx="2001220" cy="1269098"/>
      </dsp:txXfrm>
    </dsp:sp>
    <dsp:sp modelId="{29ADC309-410E-46AA-932B-5A268F21DB92}">
      <dsp:nvSpPr>
        <dsp:cNvPr id="0" name=""/>
        <dsp:cNvSpPr/>
      </dsp:nvSpPr>
      <dsp:spPr>
        <a:xfrm>
          <a:off x="3862865" y="222857"/>
          <a:ext cx="2685859" cy="2685859"/>
        </a:xfrm>
        <a:prstGeom prst="circularArrow">
          <a:avLst>
            <a:gd name="adj1" fmla="val 3308"/>
            <a:gd name="adj2" fmla="val 408578"/>
            <a:gd name="adj3" fmla="val 19415911"/>
            <a:gd name="adj4" fmla="val 12575511"/>
            <a:gd name="adj5" fmla="val 3859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D6CACAE-AFC9-4D62-A177-C0F192B41982}">
      <dsp:nvSpPr>
        <dsp:cNvPr id="0" name=""/>
        <dsp:cNvSpPr/>
      </dsp:nvSpPr>
      <dsp:spPr>
        <a:xfrm>
          <a:off x="3197200" y="950155"/>
          <a:ext cx="1849054" cy="735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Consumer </a:t>
          </a:r>
          <a:endParaRPr lang="en-US" sz="2200" kern="1200" dirty="0"/>
        </a:p>
      </dsp:txBody>
      <dsp:txXfrm>
        <a:off x="3218736" y="971691"/>
        <a:ext cx="1805982" cy="692236"/>
      </dsp:txXfrm>
    </dsp:sp>
    <dsp:sp modelId="{9A88D5ED-EBF6-43BD-8E9A-8E1BB51BB98E}">
      <dsp:nvSpPr>
        <dsp:cNvPr id="0" name=""/>
        <dsp:cNvSpPr/>
      </dsp:nvSpPr>
      <dsp:spPr>
        <a:xfrm>
          <a:off x="5469344" y="1317809"/>
          <a:ext cx="2080186" cy="171571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Validate &amp; secure request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Route to Categorization Provider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Return results to subsidiary</a:t>
          </a:r>
        </a:p>
      </dsp:txBody>
      <dsp:txXfrm>
        <a:off x="5508827" y="1357292"/>
        <a:ext cx="2001220" cy="1269098"/>
      </dsp:txXfrm>
    </dsp:sp>
    <dsp:sp modelId="{36A352EB-4C22-4555-8BC1-539D356215B1}">
      <dsp:nvSpPr>
        <dsp:cNvPr id="0" name=""/>
        <dsp:cNvSpPr/>
      </dsp:nvSpPr>
      <dsp:spPr>
        <a:xfrm>
          <a:off x="6614607" y="1641150"/>
          <a:ext cx="2420057" cy="2420057"/>
        </a:xfrm>
        <a:prstGeom prst="leftCircularArrow">
          <a:avLst>
            <a:gd name="adj1" fmla="val 3671"/>
            <a:gd name="adj2" fmla="val 457399"/>
            <a:gd name="adj3" fmla="val 2232910"/>
            <a:gd name="adj4" fmla="val 9024489"/>
            <a:gd name="adj5" fmla="val 4283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851D836-9AE9-436C-AA13-964BD3D4CC87}">
      <dsp:nvSpPr>
        <dsp:cNvPr id="0" name=""/>
        <dsp:cNvSpPr/>
      </dsp:nvSpPr>
      <dsp:spPr>
        <a:xfrm>
          <a:off x="5931608" y="2665874"/>
          <a:ext cx="1849054" cy="735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API Marketplace</a:t>
          </a:r>
          <a:endParaRPr lang="en-US" sz="2200" kern="1200" dirty="0"/>
        </a:p>
      </dsp:txBody>
      <dsp:txXfrm>
        <a:off x="5953144" y="2687410"/>
        <a:ext cx="1805982" cy="692236"/>
      </dsp:txXfrm>
    </dsp:sp>
    <dsp:sp modelId="{16032D1D-D55C-4EC7-B377-45D87E0F42B6}">
      <dsp:nvSpPr>
        <dsp:cNvPr id="0" name=""/>
        <dsp:cNvSpPr/>
      </dsp:nvSpPr>
      <dsp:spPr>
        <a:xfrm>
          <a:off x="8203751" y="1317809"/>
          <a:ext cx="2080186" cy="171571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Process merchant list with AI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Generate categorized results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 dirty="0"/>
            <a:t>Send results back to Marketplace</a:t>
          </a:r>
        </a:p>
      </dsp:txBody>
      <dsp:txXfrm>
        <a:off x="8243234" y="1724946"/>
        <a:ext cx="2001220" cy="1269098"/>
      </dsp:txXfrm>
    </dsp:sp>
    <dsp:sp modelId="{936A1CE4-D992-45CD-8D23-A2856DA9583D}">
      <dsp:nvSpPr>
        <dsp:cNvPr id="0" name=""/>
        <dsp:cNvSpPr/>
      </dsp:nvSpPr>
      <dsp:spPr>
        <a:xfrm>
          <a:off x="8666015" y="950155"/>
          <a:ext cx="1849054" cy="735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Provider</a:t>
          </a:r>
          <a:endParaRPr lang="en-US" sz="2200" kern="1200" dirty="0"/>
        </a:p>
      </dsp:txBody>
      <dsp:txXfrm>
        <a:off x="8687551" y="971691"/>
        <a:ext cx="1805982" cy="6922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308508-FF8F-462C-A6D3-E10EF2CA1115}">
      <dsp:nvSpPr>
        <dsp:cNvPr id="0" name=""/>
        <dsp:cNvSpPr/>
      </dsp:nvSpPr>
      <dsp:spPr>
        <a:xfrm>
          <a:off x="0" y="77304"/>
          <a:ext cx="10939526" cy="67158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Inputs (Business Perspective):</a:t>
          </a:r>
          <a:endParaRPr lang="en-US" sz="2800" kern="1200"/>
        </a:p>
      </dsp:txBody>
      <dsp:txXfrm>
        <a:off x="32784" y="110088"/>
        <a:ext cx="10873958" cy="606012"/>
      </dsp:txXfrm>
    </dsp:sp>
    <dsp:sp modelId="{823C4453-1C58-4A64-AC2C-BF64DE01B559}">
      <dsp:nvSpPr>
        <dsp:cNvPr id="0" name=""/>
        <dsp:cNvSpPr/>
      </dsp:nvSpPr>
      <dsp:spPr>
        <a:xfrm>
          <a:off x="0" y="748884"/>
          <a:ext cx="10939526" cy="150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733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Customer identification details (basic account or login information).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Bulk merchant list (merchant names, IDs, and attributes).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Transaction or business activity data for each merchant.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Optional classification parameters (e.g., category type, rules).</a:t>
          </a:r>
        </a:p>
      </dsp:txBody>
      <dsp:txXfrm>
        <a:off x="0" y="748884"/>
        <a:ext cx="10939526" cy="1506960"/>
      </dsp:txXfrm>
    </dsp:sp>
    <dsp:sp modelId="{54D041BE-94B4-4474-9120-6FCF03D44C1D}">
      <dsp:nvSpPr>
        <dsp:cNvPr id="0" name=""/>
        <dsp:cNvSpPr/>
      </dsp:nvSpPr>
      <dsp:spPr>
        <a:xfrm>
          <a:off x="0" y="2255844"/>
          <a:ext cx="10939526" cy="67158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Outputs (Business Perspective):</a:t>
          </a:r>
          <a:endParaRPr lang="en-US" sz="2800" kern="1200"/>
        </a:p>
      </dsp:txBody>
      <dsp:txXfrm>
        <a:off x="32784" y="2288628"/>
        <a:ext cx="10873958" cy="606012"/>
      </dsp:txXfrm>
    </dsp:sp>
    <dsp:sp modelId="{7E265AF8-A4D9-4C30-B59D-FF2910E496D3}">
      <dsp:nvSpPr>
        <dsp:cNvPr id="0" name=""/>
        <dsp:cNvSpPr/>
      </dsp:nvSpPr>
      <dsp:spPr>
        <a:xfrm>
          <a:off x="0" y="2927424"/>
          <a:ext cx="10939526" cy="1912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733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Categorized merchant list with assigned business categories.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Confirmation of successful processing with unique request IDs.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Status of request (in-progress, completed, or failed).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Updated classifications reflecting any customer modifications.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Exportable categorized data for reporting or analytics.</a:t>
          </a:r>
        </a:p>
      </dsp:txBody>
      <dsp:txXfrm>
        <a:off x="0" y="2927424"/>
        <a:ext cx="10939526" cy="19126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21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3916" y="6448845"/>
            <a:ext cx="217269" cy="21142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541241" y="5339938"/>
            <a:ext cx="588645" cy="574040"/>
          </a:xfrm>
          <a:custGeom>
            <a:avLst/>
            <a:gdLst/>
            <a:ahLst/>
            <a:cxnLst/>
            <a:rect l="l" t="t" r="r" b="b"/>
            <a:pathLst>
              <a:path w="588645" h="574039">
                <a:moveTo>
                  <a:pt x="294068" y="0"/>
                </a:moveTo>
                <a:lnTo>
                  <a:pt x="251662" y="11307"/>
                </a:lnTo>
                <a:lnTo>
                  <a:pt x="178080" y="53697"/>
                </a:lnTo>
                <a:lnTo>
                  <a:pt x="146925" y="84834"/>
                </a:lnTo>
                <a:lnTo>
                  <a:pt x="135449" y="127280"/>
                </a:lnTo>
                <a:lnTo>
                  <a:pt x="135449" y="234137"/>
                </a:lnTo>
                <a:lnTo>
                  <a:pt x="42631" y="287964"/>
                </a:lnTo>
                <a:lnTo>
                  <a:pt x="24901" y="301538"/>
                </a:lnTo>
                <a:lnTo>
                  <a:pt x="11476" y="318963"/>
                </a:lnTo>
                <a:lnTo>
                  <a:pt x="2971" y="339214"/>
                </a:lnTo>
                <a:lnTo>
                  <a:pt x="0" y="361270"/>
                </a:lnTo>
                <a:lnTo>
                  <a:pt x="0" y="446291"/>
                </a:lnTo>
                <a:lnTo>
                  <a:pt x="11476" y="488753"/>
                </a:lnTo>
                <a:lnTo>
                  <a:pt x="42631" y="519884"/>
                </a:lnTo>
                <a:lnTo>
                  <a:pt x="116213" y="562263"/>
                </a:lnTo>
                <a:lnTo>
                  <a:pt x="158602" y="573704"/>
                </a:lnTo>
                <a:lnTo>
                  <a:pt x="169640" y="572977"/>
                </a:lnTo>
                <a:lnTo>
                  <a:pt x="180489" y="570812"/>
                </a:lnTo>
                <a:lnTo>
                  <a:pt x="191053" y="567233"/>
                </a:lnTo>
                <a:lnTo>
                  <a:pt x="201233" y="562263"/>
                </a:lnTo>
                <a:lnTo>
                  <a:pt x="261949" y="527293"/>
                </a:lnTo>
                <a:lnTo>
                  <a:pt x="158723" y="527293"/>
                </a:lnTo>
                <a:lnTo>
                  <a:pt x="148778" y="526026"/>
                </a:lnTo>
                <a:lnTo>
                  <a:pt x="65783" y="479845"/>
                </a:lnTo>
                <a:lnTo>
                  <a:pt x="46270" y="446291"/>
                </a:lnTo>
                <a:lnTo>
                  <a:pt x="46270" y="361270"/>
                </a:lnTo>
                <a:lnTo>
                  <a:pt x="47637" y="351318"/>
                </a:lnTo>
                <a:lnTo>
                  <a:pt x="51543" y="342098"/>
                </a:lnTo>
                <a:lnTo>
                  <a:pt x="57690" y="334145"/>
                </a:lnTo>
                <a:lnTo>
                  <a:pt x="65783" y="327996"/>
                </a:lnTo>
                <a:lnTo>
                  <a:pt x="135449" y="287721"/>
                </a:lnTo>
                <a:lnTo>
                  <a:pt x="181719" y="287721"/>
                </a:lnTo>
                <a:lnTo>
                  <a:pt x="181719" y="261171"/>
                </a:lnTo>
                <a:lnTo>
                  <a:pt x="268576" y="211261"/>
                </a:lnTo>
                <a:lnTo>
                  <a:pt x="276706" y="207899"/>
                </a:lnTo>
                <a:lnTo>
                  <a:pt x="181719" y="207899"/>
                </a:lnTo>
                <a:lnTo>
                  <a:pt x="181719" y="127280"/>
                </a:lnTo>
                <a:lnTo>
                  <a:pt x="201233" y="93729"/>
                </a:lnTo>
                <a:lnTo>
                  <a:pt x="274815" y="51374"/>
                </a:lnTo>
                <a:lnTo>
                  <a:pt x="294142" y="46305"/>
                </a:lnTo>
                <a:lnTo>
                  <a:pt x="397205" y="46305"/>
                </a:lnTo>
                <a:lnTo>
                  <a:pt x="336682" y="11307"/>
                </a:lnTo>
                <a:lnTo>
                  <a:pt x="315970" y="2826"/>
                </a:lnTo>
                <a:lnTo>
                  <a:pt x="294068" y="0"/>
                </a:lnTo>
                <a:close/>
              </a:path>
              <a:path w="588645" h="574039">
                <a:moveTo>
                  <a:pt x="386995" y="508963"/>
                </a:moveTo>
                <a:lnTo>
                  <a:pt x="294294" y="508963"/>
                </a:lnTo>
                <a:lnTo>
                  <a:pt x="386835" y="562263"/>
                </a:lnTo>
                <a:lnTo>
                  <a:pt x="397016" y="567233"/>
                </a:lnTo>
                <a:lnTo>
                  <a:pt x="407583" y="570812"/>
                </a:lnTo>
                <a:lnTo>
                  <a:pt x="418443" y="572977"/>
                </a:lnTo>
                <a:lnTo>
                  <a:pt x="429501" y="573704"/>
                </a:lnTo>
                <a:lnTo>
                  <a:pt x="440432" y="572977"/>
                </a:lnTo>
                <a:lnTo>
                  <a:pt x="451263" y="570812"/>
                </a:lnTo>
                <a:lnTo>
                  <a:pt x="461801" y="567233"/>
                </a:lnTo>
                <a:lnTo>
                  <a:pt x="471855" y="562263"/>
                </a:lnTo>
                <a:lnTo>
                  <a:pt x="532573" y="527293"/>
                </a:lnTo>
                <a:lnTo>
                  <a:pt x="429362" y="527293"/>
                </a:lnTo>
                <a:lnTo>
                  <a:pt x="419405" y="526026"/>
                </a:lnTo>
                <a:lnTo>
                  <a:pt x="409987" y="522224"/>
                </a:lnTo>
                <a:lnTo>
                  <a:pt x="386995" y="508963"/>
                </a:lnTo>
                <a:close/>
              </a:path>
              <a:path w="588645" h="574039">
                <a:moveTo>
                  <a:pt x="181719" y="287721"/>
                </a:moveTo>
                <a:lnTo>
                  <a:pt x="135449" y="287721"/>
                </a:lnTo>
                <a:lnTo>
                  <a:pt x="135449" y="361270"/>
                </a:lnTo>
                <a:lnTo>
                  <a:pt x="148576" y="409937"/>
                </a:lnTo>
                <a:lnTo>
                  <a:pt x="184319" y="445528"/>
                </a:lnTo>
                <a:lnTo>
                  <a:pt x="247503" y="482185"/>
                </a:lnTo>
                <a:lnTo>
                  <a:pt x="178080" y="522224"/>
                </a:lnTo>
                <a:lnTo>
                  <a:pt x="168668" y="526026"/>
                </a:lnTo>
                <a:lnTo>
                  <a:pt x="158723" y="527293"/>
                </a:lnTo>
                <a:lnTo>
                  <a:pt x="261949" y="527293"/>
                </a:lnTo>
                <a:lnTo>
                  <a:pt x="293774" y="508963"/>
                </a:lnTo>
                <a:lnTo>
                  <a:pt x="386995" y="508963"/>
                </a:lnTo>
                <a:lnTo>
                  <a:pt x="340564" y="482185"/>
                </a:lnTo>
                <a:lnTo>
                  <a:pt x="386304" y="455649"/>
                </a:lnTo>
                <a:lnTo>
                  <a:pt x="294051" y="455649"/>
                </a:lnTo>
                <a:lnTo>
                  <a:pt x="207472" y="405496"/>
                </a:lnTo>
                <a:lnTo>
                  <a:pt x="196751" y="397304"/>
                </a:lnTo>
                <a:lnTo>
                  <a:pt x="188643" y="386801"/>
                </a:lnTo>
                <a:lnTo>
                  <a:pt x="183511" y="374589"/>
                </a:lnTo>
                <a:lnTo>
                  <a:pt x="181720" y="361270"/>
                </a:lnTo>
                <a:lnTo>
                  <a:pt x="181719" y="287721"/>
                </a:lnTo>
                <a:close/>
              </a:path>
              <a:path w="588645" h="574039">
                <a:moveTo>
                  <a:pt x="545018" y="287721"/>
                </a:moveTo>
                <a:lnTo>
                  <a:pt x="452619" y="287721"/>
                </a:lnTo>
                <a:lnTo>
                  <a:pt x="522284" y="327996"/>
                </a:lnTo>
                <a:lnTo>
                  <a:pt x="530378" y="334145"/>
                </a:lnTo>
                <a:lnTo>
                  <a:pt x="536525" y="342098"/>
                </a:lnTo>
                <a:lnTo>
                  <a:pt x="540430" y="351318"/>
                </a:lnTo>
                <a:lnTo>
                  <a:pt x="541798" y="361270"/>
                </a:lnTo>
                <a:lnTo>
                  <a:pt x="541798" y="446291"/>
                </a:lnTo>
                <a:lnTo>
                  <a:pt x="540528" y="455649"/>
                </a:lnTo>
                <a:lnTo>
                  <a:pt x="540430" y="456368"/>
                </a:lnTo>
                <a:lnTo>
                  <a:pt x="448737" y="522224"/>
                </a:lnTo>
                <a:lnTo>
                  <a:pt x="429362" y="527293"/>
                </a:lnTo>
                <a:lnTo>
                  <a:pt x="532573" y="527293"/>
                </a:lnTo>
                <a:lnTo>
                  <a:pt x="576605" y="488753"/>
                </a:lnTo>
                <a:lnTo>
                  <a:pt x="588068" y="446291"/>
                </a:lnTo>
                <a:lnTo>
                  <a:pt x="588068" y="361270"/>
                </a:lnTo>
                <a:lnTo>
                  <a:pt x="585101" y="339214"/>
                </a:lnTo>
                <a:lnTo>
                  <a:pt x="576604" y="318963"/>
                </a:lnTo>
                <a:lnTo>
                  <a:pt x="563181" y="301538"/>
                </a:lnTo>
                <a:lnTo>
                  <a:pt x="545437" y="287964"/>
                </a:lnTo>
                <a:lnTo>
                  <a:pt x="545018" y="287721"/>
                </a:lnTo>
                <a:close/>
              </a:path>
              <a:path w="588645" h="574039">
                <a:moveTo>
                  <a:pt x="400383" y="204450"/>
                </a:moveTo>
                <a:lnTo>
                  <a:pt x="294081" y="204450"/>
                </a:lnTo>
                <a:lnTo>
                  <a:pt x="307281" y="206153"/>
                </a:lnTo>
                <a:lnTo>
                  <a:pt x="319768" y="211261"/>
                </a:lnTo>
                <a:lnTo>
                  <a:pt x="406348" y="261171"/>
                </a:lnTo>
                <a:lnTo>
                  <a:pt x="406348" y="361270"/>
                </a:lnTo>
                <a:lnTo>
                  <a:pt x="404557" y="374589"/>
                </a:lnTo>
                <a:lnTo>
                  <a:pt x="380596" y="405496"/>
                </a:lnTo>
                <a:lnTo>
                  <a:pt x="294051" y="455649"/>
                </a:lnTo>
                <a:lnTo>
                  <a:pt x="386304" y="455649"/>
                </a:lnTo>
                <a:lnTo>
                  <a:pt x="424106" y="429989"/>
                </a:lnTo>
                <a:lnTo>
                  <a:pt x="449146" y="386801"/>
                </a:lnTo>
                <a:lnTo>
                  <a:pt x="452619" y="361270"/>
                </a:lnTo>
                <a:lnTo>
                  <a:pt x="452619" y="287721"/>
                </a:lnTo>
                <a:lnTo>
                  <a:pt x="545018" y="287721"/>
                </a:lnTo>
                <a:lnTo>
                  <a:pt x="452618" y="234137"/>
                </a:lnTo>
                <a:lnTo>
                  <a:pt x="452618" y="207899"/>
                </a:lnTo>
                <a:lnTo>
                  <a:pt x="406348" y="207899"/>
                </a:lnTo>
                <a:lnTo>
                  <a:pt x="400383" y="204450"/>
                </a:lnTo>
                <a:close/>
              </a:path>
              <a:path w="588645" h="574039">
                <a:moveTo>
                  <a:pt x="294081" y="158153"/>
                </a:moveTo>
                <a:lnTo>
                  <a:pt x="269036" y="161422"/>
                </a:lnTo>
                <a:lnTo>
                  <a:pt x="245424" y="171229"/>
                </a:lnTo>
                <a:lnTo>
                  <a:pt x="181719" y="207899"/>
                </a:lnTo>
                <a:lnTo>
                  <a:pt x="276706" y="207899"/>
                </a:lnTo>
                <a:lnTo>
                  <a:pt x="280928" y="206153"/>
                </a:lnTo>
                <a:lnTo>
                  <a:pt x="294081" y="204450"/>
                </a:lnTo>
                <a:lnTo>
                  <a:pt x="400383" y="204450"/>
                </a:lnTo>
                <a:lnTo>
                  <a:pt x="342921" y="171229"/>
                </a:lnTo>
                <a:lnTo>
                  <a:pt x="319172" y="161422"/>
                </a:lnTo>
                <a:lnTo>
                  <a:pt x="294081" y="158153"/>
                </a:lnTo>
                <a:close/>
              </a:path>
              <a:path w="588645" h="574039">
                <a:moveTo>
                  <a:pt x="397205" y="46305"/>
                </a:moveTo>
                <a:lnTo>
                  <a:pt x="294142" y="46305"/>
                </a:lnTo>
                <a:lnTo>
                  <a:pt x="304015" y="47573"/>
                </a:lnTo>
                <a:lnTo>
                  <a:pt x="313287" y="51374"/>
                </a:lnTo>
                <a:lnTo>
                  <a:pt x="386835" y="93729"/>
                </a:lnTo>
                <a:lnTo>
                  <a:pt x="406348" y="127280"/>
                </a:lnTo>
                <a:lnTo>
                  <a:pt x="406348" y="207899"/>
                </a:lnTo>
                <a:lnTo>
                  <a:pt x="452618" y="207899"/>
                </a:lnTo>
                <a:lnTo>
                  <a:pt x="452618" y="127280"/>
                </a:lnTo>
                <a:lnTo>
                  <a:pt x="441155" y="84834"/>
                </a:lnTo>
                <a:lnTo>
                  <a:pt x="409987" y="53697"/>
                </a:lnTo>
                <a:lnTo>
                  <a:pt x="397205" y="463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9786" y="5516367"/>
            <a:ext cx="909400" cy="3197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3548" y="1835022"/>
            <a:ext cx="6577330" cy="15894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221BF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221BF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221BF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21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3916" y="6448845"/>
            <a:ext cx="217269" cy="21142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56320" y="3563775"/>
            <a:ext cx="5276215" cy="1546860"/>
          </a:xfrm>
          <a:custGeom>
            <a:avLst/>
            <a:gdLst/>
            <a:ahLst/>
            <a:cxnLst/>
            <a:rect l="l" t="t" r="r" b="b"/>
            <a:pathLst>
              <a:path w="5276215" h="1546860">
                <a:moveTo>
                  <a:pt x="0" y="0"/>
                </a:moveTo>
                <a:lnTo>
                  <a:pt x="4172685" y="0"/>
                </a:lnTo>
                <a:lnTo>
                  <a:pt x="4230155" y="11949"/>
                </a:lnTo>
                <a:lnTo>
                  <a:pt x="4297696" y="34887"/>
                </a:lnTo>
                <a:lnTo>
                  <a:pt x="4362412" y="66272"/>
                </a:lnTo>
                <a:lnTo>
                  <a:pt x="4422720" y="106103"/>
                </a:lnTo>
                <a:lnTo>
                  <a:pt x="4477424" y="153276"/>
                </a:lnTo>
                <a:lnTo>
                  <a:pt x="4525805" y="208223"/>
                </a:lnTo>
                <a:lnTo>
                  <a:pt x="4566917" y="269697"/>
                </a:lnTo>
                <a:lnTo>
                  <a:pt x="5275899" y="1498716"/>
                </a:lnTo>
                <a:lnTo>
                  <a:pt x="5275899" y="1500067"/>
                </a:lnTo>
                <a:lnTo>
                  <a:pt x="5195558" y="1546561"/>
                </a:lnTo>
                <a:lnTo>
                  <a:pt x="4487435" y="318886"/>
                </a:lnTo>
                <a:lnTo>
                  <a:pt x="4451605" y="264802"/>
                </a:lnTo>
                <a:lnTo>
                  <a:pt x="4451035" y="264802"/>
                </a:lnTo>
                <a:lnTo>
                  <a:pt x="4415429" y="223868"/>
                </a:lnTo>
                <a:lnTo>
                  <a:pt x="4416014" y="223868"/>
                </a:lnTo>
                <a:lnTo>
                  <a:pt x="4413591" y="221755"/>
                </a:lnTo>
                <a:lnTo>
                  <a:pt x="4411463" y="219309"/>
                </a:lnTo>
                <a:lnTo>
                  <a:pt x="4410786" y="219309"/>
                </a:lnTo>
                <a:lnTo>
                  <a:pt x="4370283" y="183989"/>
                </a:lnTo>
                <a:lnTo>
                  <a:pt x="4370842" y="183989"/>
                </a:lnTo>
                <a:lnTo>
                  <a:pt x="4368447" y="182389"/>
                </a:lnTo>
                <a:lnTo>
                  <a:pt x="4366100" y="180342"/>
                </a:lnTo>
                <a:lnTo>
                  <a:pt x="4365384" y="180342"/>
                </a:lnTo>
                <a:lnTo>
                  <a:pt x="4320496" y="150349"/>
                </a:lnTo>
                <a:lnTo>
                  <a:pt x="4321216" y="150349"/>
                </a:lnTo>
                <a:lnTo>
                  <a:pt x="4318477" y="149000"/>
                </a:lnTo>
                <a:lnTo>
                  <a:pt x="4315899" y="147277"/>
                </a:lnTo>
                <a:lnTo>
                  <a:pt x="4314979" y="147277"/>
                </a:lnTo>
                <a:lnTo>
                  <a:pt x="4266542" y="123427"/>
                </a:lnTo>
                <a:lnTo>
                  <a:pt x="4267375" y="123427"/>
                </a:lnTo>
                <a:lnTo>
                  <a:pt x="4261962" y="121171"/>
                </a:lnTo>
                <a:lnTo>
                  <a:pt x="4260811" y="121171"/>
                </a:lnTo>
                <a:lnTo>
                  <a:pt x="4208438" y="103176"/>
                </a:lnTo>
                <a:lnTo>
                  <a:pt x="4209174" y="103176"/>
                </a:lnTo>
                <a:lnTo>
                  <a:pt x="4206913" y="102652"/>
                </a:lnTo>
                <a:lnTo>
                  <a:pt x="4204528" y="101832"/>
                </a:lnTo>
                <a:lnTo>
                  <a:pt x="4203376" y="101832"/>
                </a:lnTo>
                <a:lnTo>
                  <a:pt x="4178735" y="96121"/>
                </a:lnTo>
                <a:lnTo>
                  <a:pt x="4148650" y="90842"/>
                </a:lnTo>
                <a:lnTo>
                  <a:pt x="4149488" y="90842"/>
                </a:lnTo>
                <a:lnTo>
                  <a:pt x="4118679" y="87865"/>
                </a:lnTo>
                <a:lnTo>
                  <a:pt x="4121733" y="87865"/>
                </a:lnTo>
                <a:lnTo>
                  <a:pt x="4084534" y="86715"/>
                </a:lnTo>
                <a:lnTo>
                  <a:pt x="0" y="86716"/>
                </a:lnTo>
                <a:lnTo>
                  <a:pt x="0" y="0"/>
                </a:lnTo>
                <a:close/>
              </a:path>
              <a:path w="5276215" h="1546860">
                <a:moveTo>
                  <a:pt x="4451035" y="264802"/>
                </a:moveTo>
                <a:lnTo>
                  <a:pt x="4451605" y="264802"/>
                </a:lnTo>
                <a:lnTo>
                  <a:pt x="4453420" y="267548"/>
                </a:lnTo>
                <a:lnTo>
                  <a:pt x="4451035" y="264802"/>
                </a:lnTo>
                <a:close/>
              </a:path>
              <a:path w="5276215" h="1546860">
                <a:moveTo>
                  <a:pt x="4413591" y="221755"/>
                </a:moveTo>
                <a:lnTo>
                  <a:pt x="4416014" y="223868"/>
                </a:lnTo>
                <a:lnTo>
                  <a:pt x="4415429" y="223868"/>
                </a:lnTo>
                <a:lnTo>
                  <a:pt x="4413591" y="221755"/>
                </a:lnTo>
                <a:close/>
              </a:path>
              <a:path w="5276215" h="1546860">
                <a:moveTo>
                  <a:pt x="4410786" y="219309"/>
                </a:moveTo>
                <a:lnTo>
                  <a:pt x="4411463" y="219309"/>
                </a:lnTo>
                <a:lnTo>
                  <a:pt x="4413591" y="221755"/>
                </a:lnTo>
                <a:lnTo>
                  <a:pt x="4410786" y="219309"/>
                </a:lnTo>
                <a:close/>
              </a:path>
              <a:path w="5276215" h="1546860">
                <a:moveTo>
                  <a:pt x="4368447" y="182389"/>
                </a:moveTo>
                <a:lnTo>
                  <a:pt x="4370842" y="183989"/>
                </a:lnTo>
                <a:lnTo>
                  <a:pt x="4370283" y="183989"/>
                </a:lnTo>
                <a:lnTo>
                  <a:pt x="4368447" y="182389"/>
                </a:lnTo>
                <a:close/>
              </a:path>
              <a:path w="5276215" h="1546860">
                <a:moveTo>
                  <a:pt x="4365384" y="180342"/>
                </a:moveTo>
                <a:lnTo>
                  <a:pt x="4366100" y="180342"/>
                </a:lnTo>
                <a:lnTo>
                  <a:pt x="4368447" y="182389"/>
                </a:lnTo>
                <a:lnTo>
                  <a:pt x="4365384" y="180342"/>
                </a:lnTo>
                <a:close/>
              </a:path>
              <a:path w="5276215" h="1546860">
                <a:moveTo>
                  <a:pt x="4318477" y="149000"/>
                </a:moveTo>
                <a:lnTo>
                  <a:pt x="4321216" y="150349"/>
                </a:lnTo>
                <a:lnTo>
                  <a:pt x="4320496" y="150349"/>
                </a:lnTo>
                <a:lnTo>
                  <a:pt x="4318477" y="149000"/>
                </a:lnTo>
                <a:close/>
              </a:path>
              <a:path w="5276215" h="1546860">
                <a:moveTo>
                  <a:pt x="4314979" y="147277"/>
                </a:moveTo>
                <a:lnTo>
                  <a:pt x="4315899" y="147277"/>
                </a:lnTo>
                <a:lnTo>
                  <a:pt x="4318477" y="149000"/>
                </a:lnTo>
                <a:lnTo>
                  <a:pt x="4314979" y="147277"/>
                </a:lnTo>
                <a:close/>
              </a:path>
              <a:path w="5276215" h="1546860">
                <a:moveTo>
                  <a:pt x="4261962" y="121171"/>
                </a:moveTo>
                <a:lnTo>
                  <a:pt x="4267375" y="123427"/>
                </a:lnTo>
                <a:lnTo>
                  <a:pt x="4264620" y="122480"/>
                </a:lnTo>
                <a:lnTo>
                  <a:pt x="4261962" y="121171"/>
                </a:lnTo>
                <a:close/>
              </a:path>
              <a:path w="5276215" h="1546860">
                <a:moveTo>
                  <a:pt x="4264620" y="122480"/>
                </a:moveTo>
                <a:lnTo>
                  <a:pt x="4267375" y="123427"/>
                </a:lnTo>
                <a:lnTo>
                  <a:pt x="4266542" y="123427"/>
                </a:lnTo>
                <a:lnTo>
                  <a:pt x="4264620" y="122480"/>
                </a:lnTo>
                <a:close/>
              </a:path>
              <a:path w="5276215" h="1546860">
                <a:moveTo>
                  <a:pt x="4260811" y="121171"/>
                </a:moveTo>
                <a:lnTo>
                  <a:pt x="4261962" y="121171"/>
                </a:lnTo>
                <a:lnTo>
                  <a:pt x="4264620" y="122480"/>
                </a:lnTo>
                <a:lnTo>
                  <a:pt x="4260811" y="121171"/>
                </a:lnTo>
                <a:close/>
              </a:path>
              <a:path w="5276215" h="1546860">
                <a:moveTo>
                  <a:pt x="4206913" y="102652"/>
                </a:moveTo>
                <a:lnTo>
                  <a:pt x="4209174" y="103176"/>
                </a:lnTo>
                <a:lnTo>
                  <a:pt x="4208438" y="103176"/>
                </a:lnTo>
                <a:lnTo>
                  <a:pt x="4206913" y="102652"/>
                </a:lnTo>
                <a:close/>
              </a:path>
              <a:path w="5276215" h="1546860">
                <a:moveTo>
                  <a:pt x="4203376" y="101832"/>
                </a:moveTo>
                <a:lnTo>
                  <a:pt x="4204528" y="101832"/>
                </a:lnTo>
                <a:lnTo>
                  <a:pt x="4206913" y="102652"/>
                </a:lnTo>
                <a:lnTo>
                  <a:pt x="4203376" y="101832"/>
                </a:lnTo>
                <a:close/>
              </a:path>
              <a:path w="5276215" h="1546860">
                <a:moveTo>
                  <a:pt x="4147623" y="90662"/>
                </a:moveTo>
                <a:lnTo>
                  <a:pt x="4149488" y="90842"/>
                </a:lnTo>
                <a:lnTo>
                  <a:pt x="4148650" y="90842"/>
                </a:lnTo>
                <a:lnTo>
                  <a:pt x="4147623" y="906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541241" y="5339938"/>
            <a:ext cx="588645" cy="574040"/>
          </a:xfrm>
          <a:custGeom>
            <a:avLst/>
            <a:gdLst/>
            <a:ahLst/>
            <a:cxnLst/>
            <a:rect l="l" t="t" r="r" b="b"/>
            <a:pathLst>
              <a:path w="588645" h="574039">
                <a:moveTo>
                  <a:pt x="294068" y="0"/>
                </a:moveTo>
                <a:lnTo>
                  <a:pt x="251662" y="11307"/>
                </a:lnTo>
                <a:lnTo>
                  <a:pt x="178080" y="53697"/>
                </a:lnTo>
                <a:lnTo>
                  <a:pt x="146925" y="84834"/>
                </a:lnTo>
                <a:lnTo>
                  <a:pt x="135449" y="127280"/>
                </a:lnTo>
                <a:lnTo>
                  <a:pt x="135449" y="234137"/>
                </a:lnTo>
                <a:lnTo>
                  <a:pt x="42631" y="287964"/>
                </a:lnTo>
                <a:lnTo>
                  <a:pt x="24901" y="301538"/>
                </a:lnTo>
                <a:lnTo>
                  <a:pt x="11476" y="318963"/>
                </a:lnTo>
                <a:lnTo>
                  <a:pt x="2971" y="339214"/>
                </a:lnTo>
                <a:lnTo>
                  <a:pt x="0" y="361270"/>
                </a:lnTo>
                <a:lnTo>
                  <a:pt x="0" y="446291"/>
                </a:lnTo>
                <a:lnTo>
                  <a:pt x="11476" y="488753"/>
                </a:lnTo>
                <a:lnTo>
                  <a:pt x="42631" y="519884"/>
                </a:lnTo>
                <a:lnTo>
                  <a:pt x="116213" y="562263"/>
                </a:lnTo>
                <a:lnTo>
                  <a:pt x="158602" y="573704"/>
                </a:lnTo>
                <a:lnTo>
                  <a:pt x="169640" y="572977"/>
                </a:lnTo>
                <a:lnTo>
                  <a:pt x="180489" y="570812"/>
                </a:lnTo>
                <a:lnTo>
                  <a:pt x="191053" y="567233"/>
                </a:lnTo>
                <a:lnTo>
                  <a:pt x="201233" y="562263"/>
                </a:lnTo>
                <a:lnTo>
                  <a:pt x="261949" y="527293"/>
                </a:lnTo>
                <a:lnTo>
                  <a:pt x="158723" y="527293"/>
                </a:lnTo>
                <a:lnTo>
                  <a:pt x="148778" y="526026"/>
                </a:lnTo>
                <a:lnTo>
                  <a:pt x="65783" y="479845"/>
                </a:lnTo>
                <a:lnTo>
                  <a:pt x="46270" y="446291"/>
                </a:lnTo>
                <a:lnTo>
                  <a:pt x="46270" y="361270"/>
                </a:lnTo>
                <a:lnTo>
                  <a:pt x="47637" y="351318"/>
                </a:lnTo>
                <a:lnTo>
                  <a:pt x="51543" y="342098"/>
                </a:lnTo>
                <a:lnTo>
                  <a:pt x="57690" y="334145"/>
                </a:lnTo>
                <a:lnTo>
                  <a:pt x="65783" y="327996"/>
                </a:lnTo>
                <a:lnTo>
                  <a:pt x="135449" y="287721"/>
                </a:lnTo>
                <a:lnTo>
                  <a:pt x="181719" y="287721"/>
                </a:lnTo>
                <a:lnTo>
                  <a:pt x="181719" y="261171"/>
                </a:lnTo>
                <a:lnTo>
                  <a:pt x="268576" y="211261"/>
                </a:lnTo>
                <a:lnTo>
                  <a:pt x="276706" y="207899"/>
                </a:lnTo>
                <a:lnTo>
                  <a:pt x="181719" y="207899"/>
                </a:lnTo>
                <a:lnTo>
                  <a:pt x="181719" y="127280"/>
                </a:lnTo>
                <a:lnTo>
                  <a:pt x="201233" y="93729"/>
                </a:lnTo>
                <a:lnTo>
                  <a:pt x="274815" y="51374"/>
                </a:lnTo>
                <a:lnTo>
                  <a:pt x="294142" y="46305"/>
                </a:lnTo>
                <a:lnTo>
                  <a:pt x="397205" y="46305"/>
                </a:lnTo>
                <a:lnTo>
                  <a:pt x="336682" y="11307"/>
                </a:lnTo>
                <a:lnTo>
                  <a:pt x="315970" y="2826"/>
                </a:lnTo>
                <a:lnTo>
                  <a:pt x="294068" y="0"/>
                </a:lnTo>
                <a:close/>
              </a:path>
              <a:path w="588645" h="574039">
                <a:moveTo>
                  <a:pt x="386995" y="508963"/>
                </a:moveTo>
                <a:lnTo>
                  <a:pt x="294294" y="508963"/>
                </a:lnTo>
                <a:lnTo>
                  <a:pt x="386835" y="562263"/>
                </a:lnTo>
                <a:lnTo>
                  <a:pt x="397016" y="567233"/>
                </a:lnTo>
                <a:lnTo>
                  <a:pt x="407583" y="570812"/>
                </a:lnTo>
                <a:lnTo>
                  <a:pt x="418443" y="572977"/>
                </a:lnTo>
                <a:lnTo>
                  <a:pt x="429501" y="573704"/>
                </a:lnTo>
                <a:lnTo>
                  <a:pt x="440432" y="572977"/>
                </a:lnTo>
                <a:lnTo>
                  <a:pt x="451263" y="570812"/>
                </a:lnTo>
                <a:lnTo>
                  <a:pt x="461801" y="567233"/>
                </a:lnTo>
                <a:lnTo>
                  <a:pt x="471855" y="562263"/>
                </a:lnTo>
                <a:lnTo>
                  <a:pt x="532573" y="527293"/>
                </a:lnTo>
                <a:lnTo>
                  <a:pt x="429362" y="527293"/>
                </a:lnTo>
                <a:lnTo>
                  <a:pt x="419405" y="526026"/>
                </a:lnTo>
                <a:lnTo>
                  <a:pt x="409987" y="522224"/>
                </a:lnTo>
                <a:lnTo>
                  <a:pt x="386995" y="508963"/>
                </a:lnTo>
                <a:close/>
              </a:path>
              <a:path w="588645" h="574039">
                <a:moveTo>
                  <a:pt x="181719" y="287721"/>
                </a:moveTo>
                <a:lnTo>
                  <a:pt x="135449" y="287721"/>
                </a:lnTo>
                <a:lnTo>
                  <a:pt x="135449" y="361270"/>
                </a:lnTo>
                <a:lnTo>
                  <a:pt x="148576" y="409937"/>
                </a:lnTo>
                <a:lnTo>
                  <a:pt x="184319" y="445528"/>
                </a:lnTo>
                <a:lnTo>
                  <a:pt x="247503" y="482185"/>
                </a:lnTo>
                <a:lnTo>
                  <a:pt x="178080" y="522224"/>
                </a:lnTo>
                <a:lnTo>
                  <a:pt x="168668" y="526026"/>
                </a:lnTo>
                <a:lnTo>
                  <a:pt x="158723" y="527293"/>
                </a:lnTo>
                <a:lnTo>
                  <a:pt x="261949" y="527293"/>
                </a:lnTo>
                <a:lnTo>
                  <a:pt x="293774" y="508963"/>
                </a:lnTo>
                <a:lnTo>
                  <a:pt x="386995" y="508963"/>
                </a:lnTo>
                <a:lnTo>
                  <a:pt x="340564" y="482185"/>
                </a:lnTo>
                <a:lnTo>
                  <a:pt x="386304" y="455649"/>
                </a:lnTo>
                <a:lnTo>
                  <a:pt x="294051" y="455649"/>
                </a:lnTo>
                <a:lnTo>
                  <a:pt x="207472" y="405496"/>
                </a:lnTo>
                <a:lnTo>
                  <a:pt x="196751" y="397304"/>
                </a:lnTo>
                <a:lnTo>
                  <a:pt x="188643" y="386801"/>
                </a:lnTo>
                <a:lnTo>
                  <a:pt x="183511" y="374589"/>
                </a:lnTo>
                <a:lnTo>
                  <a:pt x="181720" y="361270"/>
                </a:lnTo>
                <a:lnTo>
                  <a:pt x="181719" y="287721"/>
                </a:lnTo>
                <a:close/>
              </a:path>
              <a:path w="588645" h="574039">
                <a:moveTo>
                  <a:pt x="545018" y="287721"/>
                </a:moveTo>
                <a:lnTo>
                  <a:pt x="452619" y="287721"/>
                </a:lnTo>
                <a:lnTo>
                  <a:pt x="522284" y="327996"/>
                </a:lnTo>
                <a:lnTo>
                  <a:pt x="530378" y="334145"/>
                </a:lnTo>
                <a:lnTo>
                  <a:pt x="536525" y="342098"/>
                </a:lnTo>
                <a:lnTo>
                  <a:pt x="540430" y="351318"/>
                </a:lnTo>
                <a:lnTo>
                  <a:pt x="541798" y="361270"/>
                </a:lnTo>
                <a:lnTo>
                  <a:pt x="541798" y="446291"/>
                </a:lnTo>
                <a:lnTo>
                  <a:pt x="540528" y="455649"/>
                </a:lnTo>
                <a:lnTo>
                  <a:pt x="540430" y="456368"/>
                </a:lnTo>
                <a:lnTo>
                  <a:pt x="448737" y="522224"/>
                </a:lnTo>
                <a:lnTo>
                  <a:pt x="429362" y="527293"/>
                </a:lnTo>
                <a:lnTo>
                  <a:pt x="532573" y="527293"/>
                </a:lnTo>
                <a:lnTo>
                  <a:pt x="576605" y="488753"/>
                </a:lnTo>
                <a:lnTo>
                  <a:pt x="588068" y="446291"/>
                </a:lnTo>
                <a:lnTo>
                  <a:pt x="588068" y="361270"/>
                </a:lnTo>
                <a:lnTo>
                  <a:pt x="585101" y="339214"/>
                </a:lnTo>
                <a:lnTo>
                  <a:pt x="576604" y="318963"/>
                </a:lnTo>
                <a:lnTo>
                  <a:pt x="563181" y="301538"/>
                </a:lnTo>
                <a:lnTo>
                  <a:pt x="545437" y="287964"/>
                </a:lnTo>
                <a:lnTo>
                  <a:pt x="545018" y="287721"/>
                </a:lnTo>
                <a:close/>
              </a:path>
              <a:path w="588645" h="574039">
                <a:moveTo>
                  <a:pt x="400383" y="204450"/>
                </a:moveTo>
                <a:lnTo>
                  <a:pt x="294081" y="204450"/>
                </a:lnTo>
                <a:lnTo>
                  <a:pt x="307281" y="206153"/>
                </a:lnTo>
                <a:lnTo>
                  <a:pt x="319768" y="211261"/>
                </a:lnTo>
                <a:lnTo>
                  <a:pt x="406348" y="261171"/>
                </a:lnTo>
                <a:lnTo>
                  <a:pt x="406348" y="361270"/>
                </a:lnTo>
                <a:lnTo>
                  <a:pt x="404557" y="374589"/>
                </a:lnTo>
                <a:lnTo>
                  <a:pt x="380596" y="405496"/>
                </a:lnTo>
                <a:lnTo>
                  <a:pt x="294051" y="455649"/>
                </a:lnTo>
                <a:lnTo>
                  <a:pt x="386304" y="455649"/>
                </a:lnTo>
                <a:lnTo>
                  <a:pt x="424106" y="429989"/>
                </a:lnTo>
                <a:lnTo>
                  <a:pt x="449146" y="386801"/>
                </a:lnTo>
                <a:lnTo>
                  <a:pt x="452619" y="361270"/>
                </a:lnTo>
                <a:lnTo>
                  <a:pt x="452619" y="287721"/>
                </a:lnTo>
                <a:lnTo>
                  <a:pt x="545018" y="287721"/>
                </a:lnTo>
                <a:lnTo>
                  <a:pt x="452618" y="234137"/>
                </a:lnTo>
                <a:lnTo>
                  <a:pt x="452618" y="207899"/>
                </a:lnTo>
                <a:lnTo>
                  <a:pt x="406348" y="207899"/>
                </a:lnTo>
                <a:lnTo>
                  <a:pt x="400383" y="204450"/>
                </a:lnTo>
                <a:close/>
              </a:path>
              <a:path w="588645" h="574039">
                <a:moveTo>
                  <a:pt x="294081" y="158153"/>
                </a:moveTo>
                <a:lnTo>
                  <a:pt x="269036" y="161422"/>
                </a:lnTo>
                <a:lnTo>
                  <a:pt x="245424" y="171229"/>
                </a:lnTo>
                <a:lnTo>
                  <a:pt x="181719" y="207899"/>
                </a:lnTo>
                <a:lnTo>
                  <a:pt x="276706" y="207899"/>
                </a:lnTo>
                <a:lnTo>
                  <a:pt x="280928" y="206153"/>
                </a:lnTo>
                <a:lnTo>
                  <a:pt x="294081" y="204450"/>
                </a:lnTo>
                <a:lnTo>
                  <a:pt x="400383" y="204450"/>
                </a:lnTo>
                <a:lnTo>
                  <a:pt x="342921" y="171229"/>
                </a:lnTo>
                <a:lnTo>
                  <a:pt x="319172" y="161422"/>
                </a:lnTo>
                <a:lnTo>
                  <a:pt x="294081" y="158153"/>
                </a:lnTo>
                <a:close/>
              </a:path>
              <a:path w="588645" h="574039">
                <a:moveTo>
                  <a:pt x="397205" y="46305"/>
                </a:moveTo>
                <a:lnTo>
                  <a:pt x="294142" y="46305"/>
                </a:lnTo>
                <a:lnTo>
                  <a:pt x="304015" y="47573"/>
                </a:lnTo>
                <a:lnTo>
                  <a:pt x="313287" y="51374"/>
                </a:lnTo>
                <a:lnTo>
                  <a:pt x="386835" y="93729"/>
                </a:lnTo>
                <a:lnTo>
                  <a:pt x="406348" y="127280"/>
                </a:lnTo>
                <a:lnTo>
                  <a:pt x="406348" y="207899"/>
                </a:lnTo>
                <a:lnTo>
                  <a:pt x="452618" y="207899"/>
                </a:lnTo>
                <a:lnTo>
                  <a:pt x="452618" y="127280"/>
                </a:lnTo>
                <a:lnTo>
                  <a:pt x="441155" y="84834"/>
                </a:lnTo>
                <a:lnTo>
                  <a:pt x="409987" y="53697"/>
                </a:lnTo>
                <a:lnTo>
                  <a:pt x="397205" y="463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9786" y="5516367"/>
            <a:ext cx="909400" cy="3197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221BF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83916" y="6448845"/>
            <a:ext cx="217269" cy="21142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2956" y="260730"/>
            <a:ext cx="11113770" cy="29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221BF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7532" y="1630816"/>
            <a:ext cx="5142230" cy="14820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8190" y="6455613"/>
            <a:ext cx="2303780" cy="161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84979" y="6447028"/>
            <a:ext cx="26225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43A88E-C253-C725-A8FB-38D59CC877C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95925" y="6642100"/>
            <a:ext cx="12287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FF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Ejada 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33400" y="650466"/>
            <a:ext cx="5870652" cy="1594667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 marR="5080">
              <a:lnSpc>
                <a:spcPts val="5830"/>
              </a:lnSpc>
              <a:spcBef>
                <a:spcPts val="835"/>
              </a:spcBef>
            </a:pPr>
            <a:r>
              <a:rPr lang="en-US" sz="5400" dirty="0">
                <a:solidFill>
                  <a:srgbClr val="FFFFFF"/>
                </a:solidFill>
              </a:rPr>
              <a:t>Api Marketplace </a:t>
            </a:r>
            <a:br>
              <a:rPr lang="en-US" sz="5400" dirty="0">
                <a:solidFill>
                  <a:srgbClr val="FFFFFF"/>
                </a:solidFill>
              </a:rPr>
            </a:br>
            <a:r>
              <a:rPr lang="en-US" sz="5400" dirty="0">
                <a:solidFill>
                  <a:srgbClr val="FFFFFF"/>
                </a:solidFill>
              </a:rPr>
              <a:t>“Categorization”</a:t>
            </a:r>
            <a:endParaRPr sz="5400" dirty="0"/>
          </a:p>
        </p:txBody>
      </p:sp>
      <p:graphicFrame>
        <p:nvGraphicFramePr>
          <p:cNvPr id="5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719334"/>
              </p:ext>
            </p:extLst>
          </p:nvPr>
        </p:nvGraphicFramePr>
        <p:xfrm>
          <a:off x="6477000" y="2438400"/>
          <a:ext cx="5097780" cy="2218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0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7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lang="en-US" sz="2400" b="1" spc="-25" dirty="0">
                          <a:solidFill>
                            <a:srgbClr val="211AFA"/>
                          </a:solidFill>
                        </a:rPr>
                        <a:t>1</a:t>
                      </a:r>
                      <a:endParaRPr sz="2400" dirty="0">
                        <a:latin typeface="Segoe UI"/>
                        <a:cs typeface="Segoe UI"/>
                      </a:endParaRPr>
                    </a:p>
                  </a:txBody>
                  <a:tcPr marL="0" marR="0" marT="2413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</a:rPr>
                        <a:t>Description</a:t>
                      </a:r>
                      <a:endParaRPr sz="1600" dirty="0">
                        <a:latin typeface="Segoe UI"/>
                        <a:cs typeface="Segoe UI"/>
                      </a:endParaRPr>
                    </a:p>
                  </a:txBody>
                  <a:tcPr marL="0" marR="0" marT="8763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2400" b="1" spc="-25" dirty="0">
                          <a:solidFill>
                            <a:srgbClr val="211AFA"/>
                          </a:solidFill>
                        </a:rPr>
                        <a:t>2</a:t>
                      </a:r>
                      <a:endParaRPr sz="2400" dirty="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</a:rPr>
                        <a:t>Terminologies </a:t>
                      </a:r>
                      <a:endParaRPr sz="1600" dirty="0">
                        <a:latin typeface="Segoe UI"/>
                        <a:cs typeface="Segoe UI"/>
                      </a:endParaRPr>
                    </a:p>
                  </a:txBody>
                  <a:tcPr marL="0" marR="0" marT="1022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2400" b="1" spc="-25" dirty="0">
                          <a:solidFill>
                            <a:srgbClr val="211AFA"/>
                          </a:solidFill>
                        </a:rPr>
                        <a:t>3</a:t>
                      </a:r>
                      <a:endParaRPr sz="2400" dirty="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</a:rPr>
                        <a:t>Key Features </a:t>
                      </a:r>
                      <a:endParaRPr sz="1600" dirty="0">
                        <a:latin typeface="Segoe UI"/>
                        <a:cs typeface="Segoe UI"/>
                      </a:endParaRPr>
                    </a:p>
                  </a:txBody>
                  <a:tcPr marL="0" marR="0" marT="1022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2400" b="1" spc="-25" dirty="0">
                          <a:solidFill>
                            <a:srgbClr val="211AFA"/>
                          </a:solidFill>
                        </a:rPr>
                        <a:t>4</a:t>
                      </a:r>
                      <a:endParaRPr sz="2400" dirty="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</a:rPr>
                        <a:t>Process Workflow</a:t>
                      </a:r>
                      <a:endParaRPr sz="1600" dirty="0">
                        <a:latin typeface="Segoe UI"/>
                        <a:cs typeface="Segoe UI"/>
                      </a:endParaRPr>
                    </a:p>
                  </a:txBody>
                  <a:tcPr marL="0" marR="0" marT="1022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2400" b="1" spc="-25" dirty="0">
                          <a:solidFill>
                            <a:srgbClr val="211AFA"/>
                          </a:solidFill>
                        </a:rPr>
                        <a:t>5</a:t>
                      </a:r>
                      <a:endParaRPr sz="2400" dirty="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</a:rPr>
                        <a:t>Key Inputs/Outputs </a:t>
                      </a:r>
                      <a:endParaRPr sz="1600" dirty="0">
                        <a:latin typeface="Segoe UI"/>
                        <a:cs typeface="Segoe UI"/>
                      </a:endParaRPr>
                    </a:p>
                  </a:txBody>
                  <a:tcPr marL="0" marR="0" marT="1022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8425" y="2246502"/>
            <a:ext cx="4252595" cy="633507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lang="en-US" sz="4000" dirty="0">
                <a:solidFill>
                  <a:srgbClr val="FFFFFF"/>
                </a:solidFill>
              </a:rPr>
              <a:t>Description</a:t>
            </a:r>
            <a:endParaRPr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Descriptions </a:t>
            </a:r>
            <a:endParaRPr sz="1600" dirty="0">
              <a:latin typeface="Segoe UI"/>
              <a:cs typeface="Segoe UI"/>
            </a:endParaRPr>
          </a:p>
        </p:txBody>
      </p:sp>
      <p:sp>
        <p:nvSpPr>
          <p:cNvPr id="85" name="object 8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E1DB378-25D1-9523-C9AC-B8664B7A957C}"/>
              </a:ext>
            </a:extLst>
          </p:cNvPr>
          <p:cNvSpPr txBox="1"/>
          <p:nvPr/>
        </p:nvSpPr>
        <p:spPr>
          <a:xfrm>
            <a:off x="457200" y="990600"/>
            <a:ext cx="1143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6383167-4C00-92DC-2E92-FDA0956BA9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680839"/>
              </p:ext>
            </p:extLst>
          </p:nvPr>
        </p:nvGraphicFramePr>
        <p:xfrm>
          <a:off x="152400" y="685800"/>
          <a:ext cx="11734800" cy="588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8425" y="2794838"/>
            <a:ext cx="42716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dirty="0">
                <a:solidFill>
                  <a:srgbClr val="FFFFFF"/>
                </a:solidFill>
              </a:rPr>
              <a:t>Terminologies </a:t>
            </a:r>
            <a:endParaRPr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2956" y="260730"/>
            <a:ext cx="10017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dirty="0">
                <a:solidFill>
                  <a:srgbClr val="221BFF"/>
                </a:solidFill>
                <a:latin typeface="Segoe UI"/>
                <a:cs typeface="Segoe UI"/>
              </a:rPr>
              <a:t>Terminologies- Business Definitions </a:t>
            </a:r>
            <a:endParaRPr sz="1600" dirty="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84979" y="6447028"/>
            <a:ext cx="224154" cy="1778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dirty="0">
                <a:solidFill>
                  <a:srgbClr val="7E7E7E"/>
                </a:solidFill>
                <a:latin typeface="Segoe UI"/>
                <a:cs typeface="Segoe UI"/>
              </a:rPr>
              <a:t>1</a:t>
            </a:r>
            <a:r>
              <a:rPr sz="900" spc="40" dirty="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sz="900" spc="-50" dirty="0">
                <a:solidFill>
                  <a:srgbClr val="7E7E7E"/>
                </a:solidFill>
                <a:latin typeface="Segoe UI"/>
                <a:cs typeface="Segoe UI"/>
              </a:rPr>
              <a:t>9</a:t>
            </a:r>
            <a:r>
              <a:rPr sz="900" dirty="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endParaRPr sz="900" dirty="0">
              <a:latin typeface="Segoe UI"/>
              <a:cs typeface="Segoe UI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12694AB-2BAA-AC1B-E888-3CC486CA6E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300136"/>
              </p:ext>
            </p:extLst>
          </p:nvPr>
        </p:nvGraphicFramePr>
        <p:xfrm>
          <a:off x="381000" y="600710"/>
          <a:ext cx="11506200" cy="519049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732724">
                  <a:extLst>
                    <a:ext uri="{9D8B030D-6E8A-4147-A177-3AD203B41FA5}">
                      <a16:colId xmlns:a16="http://schemas.microsoft.com/office/drawing/2014/main" val="795359942"/>
                    </a:ext>
                  </a:extLst>
                </a:gridCol>
                <a:gridCol w="8773476">
                  <a:extLst>
                    <a:ext uri="{9D8B030D-6E8A-4147-A177-3AD203B41FA5}">
                      <a16:colId xmlns:a16="http://schemas.microsoft.com/office/drawing/2014/main" val="3716767133"/>
                    </a:ext>
                  </a:extLst>
                </a:gridCol>
              </a:tblGrid>
              <a:tr h="928468">
                <a:tc>
                  <a:txBody>
                    <a:bodyPr/>
                    <a:lstStyle/>
                    <a:p>
                      <a:r>
                        <a:rPr lang="en-US" dirty="0"/>
                        <a:t>Merchant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 business entity that provides goods or services.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383261"/>
                  </a:ext>
                </a:extLst>
              </a:tr>
              <a:tr h="1102793">
                <a:tc>
                  <a:txBody>
                    <a:bodyPr/>
                    <a:lstStyle/>
                    <a:p>
                      <a:r>
                        <a:rPr lang="en-US" sz="1800" b="1" baseline="0" dirty="0">
                          <a:solidFill>
                            <a:schemeClr val="tx1"/>
                          </a:solidFill>
                          <a:effectLst/>
                        </a:rPr>
                        <a:t>Categorization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Assigning merchants into predefined business categories (e.g., Food &amp; Beverage, Electronics, Retail)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764608"/>
                  </a:ext>
                </a:extLst>
              </a:tr>
              <a:tr h="771954">
                <a:tc>
                  <a:txBody>
                    <a:bodyPr/>
                    <a:lstStyle/>
                    <a:p>
                      <a:r>
                        <a:rPr lang="en-US" sz="1800" b="1" baseline="0" dirty="0">
                          <a:solidFill>
                            <a:schemeClr val="tx1"/>
                          </a:solidFill>
                          <a:effectLst/>
                        </a:rPr>
                        <a:t>Merchant Category Code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Standardized 4-digit code used globally to classify merchants.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86589"/>
                  </a:ext>
                </a:extLst>
              </a:tr>
              <a:tr h="1191533">
                <a:tc>
                  <a:txBody>
                    <a:bodyPr/>
                    <a:lstStyle/>
                    <a:p>
                      <a:r>
                        <a:rPr lang="en-US" sz="1800" b="1" baseline="0" dirty="0">
                          <a:solidFill>
                            <a:schemeClr val="tx1"/>
                          </a:solidFill>
                          <a:effectLst/>
                        </a:rPr>
                        <a:t>Consumer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baseline="0" dirty="0">
                          <a:solidFill>
                            <a:schemeClr val="tx1"/>
                          </a:solidFill>
                          <a:effectLst/>
                        </a:rPr>
                        <a:t>Subsidiary using the service.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093206"/>
                  </a:ext>
                </a:extLst>
              </a:tr>
              <a:tr h="1195742">
                <a:tc>
                  <a:txBody>
                    <a:bodyPr/>
                    <a:lstStyle/>
                    <a:p>
                      <a:r>
                        <a:rPr lang="en-US" b="1" dirty="0"/>
                        <a:t>Customer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End user interacting with the categorization service.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681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21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3916" y="6448845"/>
            <a:ext cx="217269" cy="21142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56320" y="3563775"/>
            <a:ext cx="5276215" cy="1546860"/>
          </a:xfrm>
          <a:custGeom>
            <a:avLst/>
            <a:gdLst/>
            <a:ahLst/>
            <a:cxnLst/>
            <a:rect l="l" t="t" r="r" b="b"/>
            <a:pathLst>
              <a:path w="5276215" h="1546860">
                <a:moveTo>
                  <a:pt x="0" y="0"/>
                </a:moveTo>
                <a:lnTo>
                  <a:pt x="4172685" y="0"/>
                </a:lnTo>
                <a:lnTo>
                  <a:pt x="4230155" y="11949"/>
                </a:lnTo>
                <a:lnTo>
                  <a:pt x="4297696" y="34887"/>
                </a:lnTo>
                <a:lnTo>
                  <a:pt x="4362412" y="66272"/>
                </a:lnTo>
                <a:lnTo>
                  <a:pt x="4422720" y="106103"/>
                </a:lnTo>
                <a:lnTo>
                  <a:pt x="4477424" y="153276"/>
                </a:lnTo>
                <a:lnTo>
                  <a:pt x="4525805" y="208223"/>
                </a:lnTo>
                <a:lnTo>
                  <a:pt x="4566917" y="269697"/>
                </a:lnTo>
                <a:lnTo>
                  <a:pt x="5275899" y="1498716"/>
                </a:lnTo>
                <a:lnTo>
                  <a:pt x="5275899" y="1500067"/>
                </a:lnTo>
                <a:lnTo>
                  <a:pt x="5195558" y="1546561"/>
                </a:lnTo>
                <a:lnTo>
                  <a:pt x="4487435" y="318886"/>
                </a:lnTo>
                <a:lnTo>
                  <a:pt x="4451605" y="264802"/>
                </a:lnTo>
                <a:lnTo>
                  <a:pt x="4451035" y="264802"/>
                </a:lnTo>
                <a:lnTo>
                  <a:pt x="4415429" y="223868"/>
                </a:lnTo>
                <a:lnTo>
                  <a:pt x="4416014" y="223868"/>
                </a:lnTo>
                <a:lnTo>
                  <a:pt x="4413591" y="221755"/>
                </a:lnTo>
                <a:lnTo>
                  <a:pt x="4411463" y="219309"/>
                </a:lnTo>
                <a:lnTo>
                  <a:pt x="4410786" y="219309"/>
                </a:lnTo>
                <a:lnTo>
                  <a:pt x="4370283" y="183989"/>
                </a:lnTo>
                <a:lnTo>
                  <a:pt x="4370842" y="183989"/>
                </a:lnTo>
                <a:lnTo>
                  <a:pt x="4368447" y="182389"/>
                </a:lnTo>
                <a:lnTo>
                  <a:pt x="4366100" y="180342"/>
                </a:lnTo>
                <a:lnTo>
                  <a:pt x="4365384" y="180342"/>
                </a:lnTo>
                <a:lnTo>
                  <a:pt x="4320496" y="150349"/>
                </a:lnTo>
                <a:lnTo>
                  <a:pt x="4321216" y="150349"/>
                </a:lnTo>
                <a:lnTo>
                  <a:pt x="4318477" y="149000"/>
                </a:lnTo>
                <a:lnTo>
                  <a:pt x="4315899" y="147277"/>
                </a:lnTo>
                <a:lnTo>
                  <a:pt x="4314979" y="147277"/>
                </a:lnTo>
                <a:lnTo>
                  <a:pt x="4266542" y="123427"/>
                </a:lnTo>
                <a:lnTo>
                  <a:pt x="4267375" y="123427"/>
                </a:lnTo>
                <a:lnTo>
                  <a:pt x="4261962" y="121171"/>
                </a:lnTo>
                <a:lnTo>
                  <a:pt x="4260811" y="121171"/>
                </a:lnTo>
                <a:lnTo>
                  <a:pt x="4208438" y="103176"/>
                </a:lnTo>
                <a:lnTo>
                  <a:pt x="4209174" y="103176"/>
                </a:lnTo>
                <a:lnTo>
                  <a:pt x="4206913" y="102652"/>
                </a:lnTo>
                <a:lnTo>
                  <a:pt x="4204528" y="101832"/>
                </a:lnTo>
                <a:lnTo>
                  <a:pt x="4203376" y="101832"/>
                </a:lnTo>
                <a:lnTo>
                  <a:pt x="4178735" y="96121"/>
                </a:lnTo>
                <a:lnTo>
                  <a:pt x="4148650" y="90842"/>
                </a:lnTo>
                <a:lnTo>
                  <a:pt x="4149488" y="90842"/>
                </a:lnTo>
                <a:lnTo>
                  <a:pt x="4118679" y="87865"/>
                </a:lnTo>
                <a:lnTo>
                  <a:pt x="4121733" y="87865"/>
                </a:lnTo>
                <a:lnTo>
                  <a:pt x="4084534" y="86715"/>
                </a:lnTo>
                <a:lnTo>
                  <a:pt x="0" y="86716"/>
                </a:lnTo>
                <a:lnTo>
                  <a:pt x="0" y="0"/>
                </a:lnTo>
                <a:close/>
              </a:path>
              <a:path w="5276215" h="1546860">
                <a:moveTo>
                  <a:pt x="4451035" y="264802"/>
                </a:moveTo>
                <a:lnTo>
                  <a:pt x="4451605" y="264802"/>
                </a:lnTo>
                <a:lnTo>
                  <a:pt x="4453420" y="267548"/>
                </a:lnTo>
                <a:lnTo>
                  <a:pt x="4451035" y="264802"/>
                </a:lnTo>
                <a:close/>
              </a:path>
              <a:path w="5276215" h="1546860">
                <a:moveTo>
                  <a:pt x="4413591" y="221755"/>
                </a:moveTo>
                <a:lnTo>
                  <a:pt x="4416014" y="223868"/>
                </a:lnTo>
                <a:lnTo>
                  <a:pt x="4415429" y="223868"/>
                </a:lnTo>
                <a:lnTo>
                  <a:pt x="4413591" y="221755"/>
                </a:lnTo>
                <a:close/>
              </a:path>
              <a:path w="5276215" h="1546860">
                <a:moveTo>
                  <a:pt x="4410786" y="219309"/>
                </a:moveTo>
                <a:lnTo>
                  <a:pt x="4411463" y="219309"/>
                </a:lnTo>
                <a:lnTo>
                  <a:pt x="4413591" y="221755"/>
                </a:lnTo>
                <a:lnTo>
                  <a:pt x="4410786" y="219309"/>
                </a:lnTo>
                <a:close/>
              </a:path>
              <a:path w="5276215" h="1546860">
                <a:moveTo>
                  <a:pt x="4368447" y="182389"/>
                </a:moveTo>
                <a:lnTo>
                  <a:pt x="4370842" y="183989"/>
                </a:lnTo>
                <a:lnTo>
                  <a:pt x="4370283" y="183989"/>
                </a:lnTo>
                <a:lnTo>
                  <a:pt x="4368447" y="182389"/>
                </a:lnTo>
                <a:close/>
              </a:path>
              <a:path w="5276215" h="1546860">
                <a:moveTo>
                  <a:pt x="4365384" y="180342"/>
                </a:moveTo>
                <a:lnTo>
                  <a:pt x="4366100" y="180342"/>
                </a:lnTo>
                <a:lnTo>
                  <a:pt x="4368447" y="182389"/>
                </a:lnTo>
                <a:lnTo>
                  <a:pt x="4365384" y="180342"/>
                </a:lnTo>
                <a:close/>
              </a:path>
              <a:path w="5276215" h="1546860">
                <a:moveTo>
                  <a:pt x="4318477" y="149000"/>
                </a:moveTo>
                <a:lnTo>
                  <a:pt x="4321216" y="150349"/>
                </a:lnTo>
                <a:lnTo>
                  <a:pt x="4320496" y="150349"/>
                </a:lnTo>
                <a:lnTo>
                  <a:pt x="4318477" y="149000"/>
                </a:lnTo>
                <a:close/>
              </a:path>
              <a:path w="5276215" h="1546860">
                <a:moveTo>
                  <a:pt x="4314979" y="147277"/>
                </a:moveTo>
                <a:lnTo>
                  <a:pt x="4315899" y="147277"/>
                </a:lnTo>
                <a:lnTo>
                  <a:pt x="4318477" y="149000"/>
                </a:lnTo>
                <a:lnTo>
                  <a:pt x="4314979" y="147277"/>
                </a:lnTo>
                <a:close/>
              </a:path>
              <a:path w="5276215" h="1546860">
                <a:moveTo>
                  <a:pt x="4261962" y="121171"/>
                </a:moveTo>
                <a:lnTo>
                  <a:pt x="4267375" y="123427"/>
                </a:lnTo>
                <a:lnTo>
                  <a:pt x="4264620" y="122480"/>
                </a:lnTo>
                <a:lnTo>
                  <a:pt x="4261962" y="121171"/>
                </a:lnTo>
                <a:close/>
              </a:path>
              <a:path w="5276215" h="1546860">
                <a:moveTo>
                  <a:pt x="4264620" y="122480"/>
                </a:moveTo>
                <a:lnTo>
                  <a:pt x="4267375" y="123427"/>
                </a:lnTo>
                <a:lnTo>
                  <a:pt x="4266542" y="123427"/>
                </a:lnTo>
                <a:lnTo>
                  <a:pt x="4264620" y="122480"/>
                </a:lnTo>
                <a:close/>
              </a:path>
              <a:path w="5276215" h="1546860">
                <a:moveTo>
                  <a:pt x="4260811" y="121171"/>
                </a:moveTo>
                <a:lnTo>
                  <a:pt x="4261962" y="121171"/>
                </a:lnTo>
                <a:lnTo>
                  <a:pt x="4264620" y="122480"/>
                </a:lnTo>
                <a:lnTo>
                  <a:pt x="4260811" y="121171"/>
                </a:lnTo>
                <a:close/>
              </a:path>
              <a:path w="5276215" h="1546860">
                <a:moveTo>
                  <a:pt x="4206913" y="102652"/>
                </a:moveTo>
                <a:lnTo>
                  <a:pt x="4209174" y="103176"/>
                </a:lnTo>
                <a:lnTo>
                  <a:pt x="4208438" y="103176"/>
                </a:lnTo>
                <a:lnTo>
                  <a:pt x="4206913" y="102652"/>
                </a:lnTo>
                <a:close/>
              </a:path>
              <a:path w="5276215" h="1546860">
                <a:moveTo>
                  <a:pt x="4203376" y="101832"/>
                </a:moveTo>
                <a:lnTo>
                  <a:pt x="4204528" y="101832"/>
                </a:lnTo>
                <a:lnTo>
                  <a:pt x="4206913" y="102652"/>
                </a:lnTo>
                <a:lnTo>
                  <a:pt x="4203376" y="101832"/>
                </a:lnTo>
                <a:close/>
              </a:path>
              <a:path w="5276215" h="1546860">
                <a:moveTo>
                  <a:pt x="4147623" y="90662"/>
                </a:moveTo>
                <a:lnTo>
                  <a:pt x="4149488" y="90842"/>
                </a:lnTo>
                <a:lnTo>
                  <a:pt x="4148650" y="90842"/>
                </a:lnTo>
                <a:lnTo>
                  <a:pt x="4147623" y="906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541241" y="5339938"/>
            <a:ext cx="588645" cy="574040"/>
          </a:xfrm>
          <a:custGeom>
            <a:avLst/>
            <a:gdLst/>
            <a:ahLst/>
            <a:cxnLst/>
            <a:rect l="l" t="t" r="r" b="b"/>
            <a:pathLst>
              <a:path w="588645" h="574039">
                <a:moveTo>
                  <a:pt x="294068" y="0"/>
                </a:moveTo>
                <a:lnTo>
                  <a:pt x="251662" y="11307"/>
                </a:lnTo>
                <a:lnTo>
                  <a:pt x="178080" y="53697"/>
                </a:lnTo>
                <a:lnTo>
                  <a:pt x="146925" y="84834"/>
                </a:lnTo>
                <a:lnTo>
                  <a:pt x="135449" y="127280"/>
                </a:lnTo>
                <a:lnTo>
                  <a:pt x="135449" y="234137"/>
                </a:lnTo>
                <a:lnTo>
                  <a:pt x="42631" y="287964"/>
                </a:lnTo>
                <a:lnTo>
                  <a:pt x="24901" y="301538"/>
                </a:lnTo>
                <a:lnTo>
                  <a:pt x="11476" y="318963"/>
                </a:lnTo>
                <a:lnTo>
                  <a:pt x="2971" y="339214"/>
                </a:lnTo>
                <a:lnTo>
                  <a:pt x="0" y="361270"/>
                </a:lnTo>
                <a:lnTo>
                  <a:pt x="0" y="446291"/>
                </a:lnTo>
                <a:lnTo>
                  <a:pt x="11476" y="488753"/>
                </a:lnTo>
                <a:lnTo>
                  <a:pt x="42631" y="519884"/>
                </a:lnTo>
                <a:lnTo>
                  <a:pt x="116213" y="562263"/>
                </a:lnTo>
                <a:lnTo>
                  <a:pt x="158602" y="573704"/>
                </a:lnTo>
                <a:lnTo>
                  <a:pt x="169640" y="572977"/>
                </a:lnTo>
                <a:lnTo>
                  <a:pt x="180489" y="570812"/>
                </a:lnTo>
                <a:lnTo>
                  <a:pt x="191053" y="567233"/>
                </a:lnTo>
                <a:lnTo>
                  <a:pt x="201233" y="562263"/>
                </a:lnTo>
                <a:lnTo>
                  <a:pt x="261949" y="527293"/>
                </a:lnTo>
                <a:lnTo>
                  <a:pt x="158723" y="527293"/>
                </a:lnTo>
                <a:lnTo>
                  <a:pt x="148778" y="526026"/>
                </a:lnTo>
                <a:lnTo>
                  <a:pt x="65783" y="479845"/>
                </a:lnTo>
                <a:lnTo>
                  <a:pt x="46270" y="446291"/>
                </a:lnTo>
                <a:lnTo>
                  <a:pt x="46270" y="361270"/>
                </a:lnTo>
                <a:lnTo>
                  <a:pt x="47637" y="351318"/>
                </a:lnTo>
                <a:lnTo>
                  <a:pt x="51543" y="342098"/>
                </a:lnTo>
                <a:lnTo>
                  <a:pt x="57690" y="334145"/>
                </a:lnTo>
                <a:lnTo>
                  <a:pt x="65783" y="327996"/>
                </a:lnTo>
                <a:lnTo>
                  <a:pt x="135449" y="287721"/>
                </a:lnTo>
                <a:lnTo>
                  <a:pt x="181719" y="287721"/>
                </a:lnTo>
                <a:lnTo>
                  <a:pt x="181719" y="261171"/>
                </a:lnTo>
                <a:lnTo>
                  <a:pt x="268576" y="211261"/>
                </a:lnTo>
                <a:lnTo>
                  <a:pt x="276706" y="207899"/>
                </a:lnTo>
                <a:lnTo>
                  <a:pt x="181719" y="207899"/>
                </a:lnTo>
                <a:lnTo>
                  <a:pt x="181719" y="127280"/>
                </a:lnTo>
                <a:lnTo>
                  <a:pt x="201233" y="93729"/>
                </a:lnTo>
                <a:lnTo>
                  <a:pt x="274815" y="51374"/>
                </a:lnTo>
                <a:lnTo>
                  <a:pt x="294142" y="46305"/>
                </a:lnTo>
                <a:lnTo>
                  <a:pt x="397205" y="46305"/>
                </a:lnTo>
                <a:lnTo>
                  <a:pt x="336682" y="11307"/>
                </a:lnTo>
                <a:lnTo>
                  <a:pt x="315970" y="2826"/>
                </a:lnTo>
                <a:lnTo>
                  <a:pt x="294068" y="0"/>
                </a:lnTo>
                <a:close/>
              </a:path>
              <a:path w="588645" h="574039">
                <a:moveTo>
                  <a:pt x="386995" y="508963"/>
                </a:moveTo>
                <a:lnTo>
                  <a:pt x="294294" y="508963"/>
                </a:lnTo>
                <a:lnTo>
                  <a:pt x="386835" y="562263"/>
                </a:lnTo>
                <a:lnTo>
                  <a:pt x="397016" y="567233"/>
                </a:lnTo>
                <a:lnTo>
                  <a:pt x="407583" y="570812"/>
                </a:lnTo>
                <a:lnTo>
                  <a:pt x="418443" y="572977"/>
                </a:lnTo>
                <a:lnTo>
                  <a:pt x="429501" y="573704"/>
                </a:lnTo>
                <a:lnTo>
                  <a:pt x="440432" y="572977"/>
                </a:lnTo>
                <a:lnTo>
                  <a:pt x="451263" y="570812"/>
                </a:lnTo>
                <a:lnTo>
                  <a:pt x="461801" y="567233"/>
                </a:lnTo>
                <a:lnTo>
                  <a:pt x="471855" y="562263"/>
                </a:lnTo>
                <a:lnTo>
                  <a:pt x="532573" y="527293"/>
                </a:lnTo>
                <a:lnTo>
                  <a:pt x="429362" y="527293"/>
                </a:lnTo>
                <a:lnTo>
                  <a:pt x="419405" y="526026"/>
                </a:lnTo>
                <a:lnTo>
                  <a:pt x="409987" y="522224"/>
                </a:lnTo>
                <a:lnTo>
                  <a:pt x="386995" y="508963"/>
                </a:lnTo>
                <a:close/>
              </a:path>
              <a:path w="588645" h="574039">
                <a:moveTo>
                  <a:pt x="181719" y="287721"/>
                </a:moveTo>
                <a:lnTo>
                  <a:pt x="135449" y="287721"/>
                </a:lnTo>
                <a:lnTo>
                  <a:pt x="135449" y="361270"/>
                </a:lnTo>
                <a:lnTo>
                  <a:pt x="148576" y="409937"/>
                </a:lnTo>
                <a:lnTo>
                  <a:pt x="184319" y="445528"/>
                </a:lnTo>
                <a:lnTo>
                  <a:pt x="247503" y="482185"/>
                </a:lnTo>
                <a:lnTo>
                  <a:pt x="178080" y="522224"/>
                </a:lnTo>
                <a:lnTo>
                  <a:pt x="168668" y="526026"/>
                </a:lnTo>
                <a:lnTo>
                  <a:pt x="158723" y="527293"/>
                </a:lnTo>
                <a:lnTo>
                  <a:pt x="261949" y="527293"/>
                </a:lnTo>
                <a:lnTo>
                  <a:pt x="293774" y="508963"/>
                </a:lnTo>
                <a:lnTo>
                  <a:pt x="386995" y="508963"/>
                </a:lnTo>
                <a:lnTo>
                  <a:pt x="340564" y="482185"/>
                </a:lnTo>
                <a:lnTo>
                  <a:pt x="386304" y="455649"/>
                </a:lnTo>
                <a:lnTo>
                  <a:pt x="294051" y="455649"/>
                </a:lnTo>
                <a:lnTo>
                  <a:pt x="207472" y="405496"/>
                </a:lnTo>
                <a:lnTo>
                  <a:pt x="196751" y="397304"/>
                </a:lnTo>
                <a:lnTo>
                  <a:pt x="188643" y="386801"/>
                </a:lnTo>
                <a:lnTo>
                  <a:pt x="183511" y="374589"/>
                </a:lnTo>
                <a:lnTo>
                  <a:pt x="181720" y="361270"/>
                </a:lnTo>
                <a:lnTo>
                  <a:pt x="181719" y="287721"/>
                </a:lnTo>
                <a:close/>
              </a:path>
              <a:path w="588645" h="574039">
                <a:moveTo>
                  <a:pt x="545018" y="287721"/>
                </a:moveTo>
                <a:lnTo>
                  <a:pt x="452619" y="287721"/>
                </a:lnTo>
                <a:lnTo>
                  <a:pt x="522284" y="327996"/>
                </a:lnTo>
                <a:lnTo>
                  <a:pt x="530378" y="334145"/>
                </a:lnTo>
                <a:lnTo>
                  <a:pt x="536525" y="342098"/>
                </a:lnTo>
                <a:lnTo>
                  <a:pt x="540430" y="351318"/>
                </a:lnTo>
                <a:lnTo>
                  <a:pt x="541798" y="361270"/>
                </a:lnTo>
                <a:lnTo>
                  <a:pt x="541798" y="446291"/>
                </a:lnTo>
                <a:lnTo>
                  <a:pt x="540528" y="455649"/>
                </a:lnTo>
                <a:lnTo>
                  <a:pt x="540430" y="456368"/>
                </a:lnTo>
                <a:lnTo>
                  <a:pt x="448737" y="522224"/>
                </a:lnTo>
                <a:lnTo>
                  <a:pt x="429362" y="527293"/>
                </a:lnTo>
                <a:lnTo>
                  <a:pt x="532573" y="527293"/>
                </a:lnTo>
                <a:lnTo>
                  <a:pt x="576605" y="488753"/>
                </a:lnTo>
                <a:lnTo>
                  <a:pt x="588068" y="446291"/>
                </a:lnTo>
                <a:lnTo>
                  <a:pt x="588068" y="361270"/>
                </a:lnTo>
                <a:lnTo>
                  <a:pt x="585101" y="339214"/>
                </a:lnTo>
                <a:lnTo>
                  <a:pt x="576604" y="318963"/>
                </a:lnTo>
                <a:lnTo>
                  <a:pt x="563181" y="301538"/>
                </a:lnTo>
                <a:lnTo>
                  <a:pt x="545437" y="287964"/>
                </a:lnTo>
                <a:lnTo>
                  <a:pt x="545018" y="287721"/>
                </a:lnTo>
                <a:close/>
              </a:path>
              <a:path w="588645" h="574039">
                <a:moveTo>
                  <a:pt x="400383" y="204450"/>
                </a:moveTo>
                <a:lnTo>
                  <a:pt x="294081" y="204450"/>
                </a:lnTo>
                <a:lnTo>
                  <a:pt x="307281" y="206153"/>
                </a:lnTo>
                <a:lnTo>
                  <a:pt x="319768" y="211261"/>
                </a:lnTo>
                <a:lnTo>
                  <a:pt x="406348" y="261171"/>
                </a:lnTo>
                <a:lnTo>
                  <a:pt x="406348" y="361270"/>
                </a:lnTo>
                <a:lnTo>
                  <a:pt x="404557" y="374589"/>
                </a:lnTo>
                <a:lnTo>
                  <a:pt x="380596" y="405496"/>
                </a:lnTo>
                <a:lnTo>
                  <a:pt x="294051" y="455649"/>
                </a:lnTo>
                <a:lnTo>
                  <a:pt x="386304" y="455649"/>
                </a:lnTo>
                <a:lnTo>
                  <a:pt x="424106" y="429989"/>
                </a:lnTo>
                <a:lnTo>
                  <a:pt x="449146" y="386801"/>
                </a:lnTo>
                <a:lnTo>
                  <a:pt x="452619" y="361270"/>
                </a:lnTo>
                <a:lnTo>
                  <a:pt x="452619" y="287721"/>
                </a:lnTo>
                <a:lnTo>
                  <a:pt x="545018" y="287721"/>
                </a:lnTo>
                <a:lnTo>
                  <a:pt x="452618" y="234137"/>
                </a:lnTo>
                <a:lnTo>
                  <a:pt x="452618" y="207899"/>
                </a:lnTo>
                <a:lnTo>
                  <a:pt x="406348" y="207899"/>
                </a:lnTo>
                <a:lnTo>
                  <a:pt x="400383" y="204450"/>
                </a:lnTo>
                <a:close/>
              </a:path>
              <a:path w="588645" h="574039">
                <a:moveTo>
                  <a:pt x="294081" y="158153"/>
                </a:moveTo>
                <a:lnTo>
                  <a:pt x="269036" y="161422"/>
                </a:lnTo>
                <a:lnTo>
                  <a:pt x="245424" y="171229"/>
                </a:lnTo>
                <a:lnTo>
                  <a:pt x="181719" y="207899"/>
                </a:lnTo>
                <a:lnTo>
                  <a:pt x="276706" y="207899"/>
                </a:lnTo>
                <a:lnTo>
                  <a:pt x="280928" y="206153"/>
                </a:lnTo>
                <a:lnTo>
                  <a:pt x="294081" y="204450"/>
                </a:lnTo>
                <a:lnTo>
                  <a:pt x="400383" y="204450"/>
                </a:lnTo>
                <a:lnTo>
                  <a:pt x="342921" y="171229"/>
                </a:lnTo>
                <a:lnTo>
                  <a:pt x="319172" y="161422"/>
                </a:lnTo>
                <a:lnTo>
                  <a:pt x="294081" y="158153"/>
                </a:lnTo>
                <a:close/>
              </a:path>
              <a:path w="588645" h="574039">
                <a:moveTo>
                  <a:pt x="397205" y="46305"/>
                </a:moveTo>
                <a:lnTo>
                  <a:pt x="294142" y="46305"/>
                </a:lnTo>
                <a:lnTo>
                  <a:pt x="304015" y="47573"/>
                </a:lnTo>
                <a:lnTo>
                  <a:pt x="313287" y="51374"/>
                </a:lnTo>
                <a:lnTo>
                  <a:pt x="386835" y="93729"/>
                </a:lnTo>
                <a:lnTo>
                  <a:pt x="406348" y="127280"/>
                </a:lnTo>
                <a:lnTo>
                  <a:pt x="406348" y="207899"/>
                </a:lnTo>
                <a:lnTo>
                  <a:pt x="452618" y="207899"/>
                </a:lnTo>
                <a:lnTo>
                  <a:pt x="452618" y="127280"/>
                </a:lnTo>
                <a:lnTo>
                  <a:pt x="441155" y="84834"/>
                </a:lnTo>
                <a:lnTo>
                  <a:pt x="409987" y="53697"/>
                </a:lnTo>
                <a:lnTo>
                  <a:pt x="397205" y="463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9786" y="5516367"/>
            <a:ext cx="909400" cy="31979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47800" y="2211111"/>
            <a:ext cx="7543800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b="1" dirty="0">
                <a:solidFill>
                  <a:schemeClr val="bg1"/>
                </a:solidFill>
              </a:rPr>
              <a:t>Key </a:t>
            </a:r>
            <a:r>
              <a:rPr lang="en-US" sz="4000" b="1" dirty="0">
                <a:solidFill>
                  <a:schemeClr val="bg1"/>
                </a:solidFill>
                <a:latin typeface="Segoe UI"/>
                <a:ea typeface="+mj-ea"/>
                <a:cs typeface="Segoe UI"/>
              </a:rPr>
              <a:t>Features</a:t>
            </a:r>
            <a:r>
              <a:rPr lang="en-US" sz="4000" b="1" dirty="0">
                <a:solidFill>
                  <a:schemeClr val="bg1"/>
                </a:solidFill>
              </a:rPr>
              <a:t> – Business Perspective</a:t>
            </a:r>
            <a:endParaRPr sz="4000" b="1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6324A-66D8-62E2-01B8-5729DBB95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956" y="260730"/>
            <a:ext cx="11113770" cy="276999"/>
          </a:xfrm>
        </p:spPr>
        <p:txBody>
          <a:bodyPr/>
          <a:lstStyle/>
          <a:p>
            <a:r>
              <a:rPr lang="en-US" dirty="0"/>
              <a:t>Key Features 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339E153-98CB-6621-6D5E-8F36117339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0972638"/>
              </p:ext>
            </p:extLst>
          </p:nvPr>
        </p:nvGraphicFramePr>
        <p:xfrm>
          <a:off x="282956" y="914400"/>
          <a:ext cx="11290478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9003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8425" y="1697862"/>
            <a:ext cx="4089400" cy="11919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4560"/>
              </a:lnSpc>
              <a:spcBef>
                <a:spcPts val="95"/>
              </a:spcBef>
            </a:pPr>
            <a:r>
              <a:rPr lang="en-US" sz="4000" spc="-10" dirty="0">
                <a:solidFill>
                  <a:srgbClr val="FFFFFF"/>
                </a:solidFill>
              </a:rPr>
              <a:t>Process Workflow</a:t>
            </a:r>
            <a:endParaRPr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ustomer service">
            <a:extLst>
              <a:ext uri="{FF2B5EF4-FFF2-40B4-BE49-F238E27FC236}">
                <a16:creationId xmlns:a16="http://schemas.microsoft.com/office/drawing/2014/main" id="{70967D94-ED6F-6BB4-59A5-9D96C927BF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47650"/>
            <a:ext cx="10439400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906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BACED4B2-2167-A6C1-8346-4FB7927CDC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33437"/>
              </p:ext>
            </p:extLst>
          </p:nvPr>
        </p:nvGraphicFramePr>
        <p:xfrm>
          <a:off x="685800" y="838200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86AA254-4981-2A2F-1DED-B962FF89B0A1}"/>
              </a:ext>
            </a:extLst>
          </p:cNvPr>
          <p:cNvSpPr txBox="1"/>
          <p:nvPr/>
        </p:nvSpPr>
        <p:spPr>
          <a:xfrm>
            <a:off x="304800" y="2286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221BFF"/>
                </a:solidFill>
                <a:effectLst/>
                <a:uLnTx/>
                <a:uFillTx/>
                <a:latin typeface="Segoe UI"/>
                <a:ea typeface="+mj-ea"/>
                <a:cs typeface="Segoe UI"/>
              </a:rPr>
              <a:t>Use Cases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084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2133600"/>
            <a:ext cx="5408575" cy="11849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  <a:tabLst>
                <a:tab pos="644525" algn="l"/>
              </a:tabLst>
            </a:pPr>
            <a:r>
              <a:rPr lang="en-US" sz="4000" dirty="0">
                <a:solidFill>
                  <a:schemeClr val="bg1"/>
                </a:solidFill>
              </a:rPr>
              <a:t>Inputs &amp; Outputs – Business Keys</a:t>
            </a:r>
            <a:endParaRPr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Purpose: Explain what the client needs to provide and what they will get from the APIs.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2</a:t>
            </a:r>
            <a:r>
              <a:rPr spc="40" dirty="0"/>
              <a:t> </a:t>
            </a:r>
            <a:r>
              <a:rPr spc="-50" dirty="0"/>
              <a:t>9</a:t>
            </a:r>
            <a:r>
              <a:rPr dirty="0"/>
              <a:t> 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863FAA6-47A7-AEAE-6341-6ED29AF8E4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4315756"/>
              </p:ext>
            </p:extLst>
          </p:nvPr>
        </p:nvGraphicFramePr>
        <p:xfrm>
          <a:off x="457200" y="949990"/>
          <a:ext cx="10939526" cy="4917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BA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f1e79fc-1f4d-4187-a67d-c1c5354c13f8}" enabled="1" method="Standard" siteId="{e1304ad9-93ba-4557-8b20-8c1c1143b399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2444</TotalTime>
  <Words>640</Words>
  <Application>Microsoft Office PowerPoint</Application>
  <PresentationFormat>Widescreen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Office Theme</vt:lpstr>
      <vt:lpstr>Api Marketplace  “Categorization”</vt:lpstr>
      <vt:lpstr>Description</vt:lpstr>
      <vt:lpstr>Descriptions </vt:lpstr>
      <vt:lpstr>Terminologies </vt:lpstr>
      <vt:lpstr>PowerPoint Presentation</vt:lpstr>
      <vt:lpstr>PowerPoint Presentation</vt:lpstr>
      <vt:lpstr>Key Features </vt:lpstr>
      <vt:lpstr>Process Workflow</vt:lpstr>
      <vt:lpstr>PowerPoint Presentation</vt:lpstr>
      <vt:lpstr>PowerPoint Presentation</vt:lpstr>
      <vt:lpstr>Inputs &amp; Outputs – Business Keys</vt:lpstr>
      <vt:lpstr>Purpose: Explain what the client needs to provide and what they will get from the APIs.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Saed B. Basseet</dc:creator>
  <cp:lastModifiedBy>Marwan Ahmed Hafez | Ejada Systems</cp:lastModifiedBy>
  <cp:revision>6</cp:revision>
  <dcterms:created xsi:type="dcterms:W3CDTF">2025-08-14T10:33:30Z</dcterms:created>
  <dcterms:modified xsi:type="dcterms:W3CDTF">2025-09-15T11:23:59Z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2025-04-30T00:00:00Z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2025-08-14T00:00:00Z</vt:filetime>
  </property>
  <property fmtid="{D5CDD505-2E9C-101B-9397-08002B2CF9AE}" pid="5" name="Producer">
    <vt:lpwstr>Microsoft® PowerPoint® 2019</vt:lpwstr>
  </property>
  <property fmtid="{D5CDD505-2E9C-101B-9397-08002B2CF9AE}" pid="6" name="ClassificationContentMarkingFooterLocations">
    <vt:lpwstr>Office Theme:8</vt:lpwstr>
  </property>
  <property fmtid="{D5CDD505-2E9C-101B-9397-08002B2CF9AE}" pid="7" name="ClassificationContentMarkingFooterText">
    <vt:lpwstr>Ejada Internal Use Only</vt:lpwstr>
  </property>
</Properties>
</file>